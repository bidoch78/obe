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218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01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47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64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95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47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01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1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60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87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95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B87DF-1CAD-41A3-8D08-C663E1508021}" type="datetimeFigureOut">
              <a:rPr lang="fr-FR" smtClean="0"/>
              <a:t>25/02/2020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8D897-55E7-4A89-BDA8-EFADBE42D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84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70720"/>
            <a:ext cx="1385762" cy="10408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56" y="1263397"/>
            <a:ext cx="1445646" cy="21996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63" y="1307404"/>
            <a:ext cx="1466902" cy="217907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119" y="1289308"/>
            <a:ext cx="1475494" cy="219183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195" y="1307404"/>
            <a:ext cx="1445482" cy="217373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02" y="1307404"/>
            <a:ext cx="1451256" cy="217373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438" y="1263397"/>
            <a:ext cx="1386844" cy="219183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70719"/>
            <a:ext cx="1385762" cy="104086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55" y="139859"/>
            <a:ext cx="1385762" cy="1040861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46959"/>
            <a:ext cx="1385762" cy="10408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51" y="154059"/>
            <a:ext cx="1385762" cy="104086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54059"/>
            <a:ext cx="1385762" cy="104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2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70720"/>
            <a:ext cx="1385762" cy="104086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70719"/>
            <a:ext cx="1385762" cy="104086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55" y="139859"/>
            <a:ext cx="1385762" cy="1040861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46959"/>
            <a:ext cx="1385762" cy="10408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51" y="154059"/>
            <a:ext cx="1385762" cy="104086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54059"/>
            <a:ext cx="1385762" cy="1040861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1180720"/>
            <a:ext cx="1372594" cy="217374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55" y="1215420"/>
            <a:ext cx="1385762" cy="222180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093" y="1207199"/>
            <a:ext cx="1474520" cy="222180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1" y="1215420"/>
            <a:ext cx="1394352" cy="222180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93" y="1174388"/>
            <a:ext cx="1426565" cy="2254612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215420"/>
            <a:ext cx="1385762" cy="222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9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70720"/>
            <a:ext cx="1385762" cy="104086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70719"/>
            <a:ext cx="1385762" cy="104086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55" y="139859"/>
            <a:ext cx="1385762" cy="1040861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46959"/>
            <a:ext cx="1385762" cy="10408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51" y="154059"/>
            <a:ext cx="1385762" cy="104086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54059"/>
            <a:ext cx="1385762" cy="10408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1194920"/>
            <a:ext cx="1403407" cy="21737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1194921"/>
            <a:ext cx="1254943" cy="21737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840" y="1194920"/>
            <a:ext cx="1419445" cy="220739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802" y="1202749"/>
            <a:ext cx="1379621" cy="220739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872" y="1202749"/>
            <a:ext cx="1407123" cy="219956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512" y="1202749"/>
            <a:ext cx="1366224" cy="219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7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70720"/>
            <a:ext cx="1385762" cy="104086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70719"/>
            <a:ext cx="1385762" cy="104086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55" y="139859"/>
            <a:ext cx="1385762" cy="1040861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46959"/>
            <a:ext cx="1385762" cy="10408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51" y="154059"/>
            <a:ext cx="1385762" cy="104086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54059"/>
            <a:ext cx="1385762" cy="1040861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54" y="1342418"/>
            <a:ext cx="1402848" cy="218158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39" y="1319537"/>
            <a:ext cx="1360745" cy="220446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15" y="1342418"/>
            <a:ext cx="1327502" cy="221535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6" y="1319538"/>
            <a:ext cx="1419090" cy="223824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630" y="1354860"/>
            <a:ext cx="1427922" cy="2202918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038" y="1354860"/>
            <a:ext cx="1379663" cy="220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9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70720"/>
            <a:ext cx="1385762" cy="104086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70719"/>
            <a:ext cx="1385762" cy="104086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723" y="139859"/>
            <a:ext cx="1385762" cy="1040861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641" y="146959"/>
            <a:ext cx="1385762" cy="10408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51" y="154059"/>
            <a:ext cx="1385762" cy="104086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54059"/>
            <a:ext cx="1385762" cy="1040861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1340835"/>
            <a:ext cx="1362143" cy="223000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253" y="1340835"/>
            <a:ext cx="1424619" cy="22022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801" y="1340836"/>
            <a:ext cx="1338966" cy="222016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241" y="1340835"/>
            <a:ext cx="1465963" cy="222185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238" y="1340835"/>
            <a:ext cx="1402375" cy="223000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675" y="1340835"/>
            <a:ext cx="1477130" cy="226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5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70720"/>
            <a:ext cx="1385762" cy="104086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22" y="70719"/>
            <a:ext cx="1385762" cy="104086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55" y="139859"/>
            <a:ext cx="1385762" cy="1040861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46959"/>
            <a:ext cx="1385762" cy="10408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851" y="154059"/>
            <a:ext cx="1385762" cy="1040861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54059"/>
            <a:ext cx="1385762" cy="10408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0" y="1301270"/>
            <a:ext cx="1242150" cy="195519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328" y="1301270"/>
            <a:ext cx="1242150" cy="195519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93" y="1301270"/>
            <a:ext cx="1255686" cy="19926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15" y="1301270"/>
            <a:ext cx="1297821" cy="203774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285" y="1308811"/>
            <a:ext cx="1292894" cy="20328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680" y="1353456"/>
            <a:ext cx="1307503" cy="198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5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Résultat de recherche d'images pour &quot;baby ball basket&quot;"/>
          <p:cNvSpPr>
            <a:spLocks noChangeAspect="1" noChangeArrowheads="1"/>
          </p:cNvSpPr>
          <p:nvPr/>
        </p:nvSpPr>
        <p:spPr bwMode="auto">
          <a:xfrm>
            <a:off x="435662" y="1264208"/>
            <a:ext cx="1607322" cy="160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6" descr="data:image/jpeg;base64,/9j/4AAQSkZJRgABAQAAAQABAAD/2wCEAAkGBxMSEhUTERIWFhUXFRgXFxcYFx4XGhgaGBYXFxcVFhseHSggHR4lGxUVIjEiJSorLi4uGCA1ODMsNyktLi0BCgoKDg0OGhAQGy0iICItMDYyLzctLy0tLy8tLS8vLi0tLS8rKy0rKy0tLS0tMC8tLS0tLS0tLy8tLy0tLS0tLf/AABEIAQYAwQMBIgACEQEDEQH/xAAcAAEAAgMBAQEAAAAAAAAAAAAABQYDBAcCAQj/xABGEAACAQMCAgcEBQoEBgIDAAABAgMABBEFEiExBhMiQVFhcQcygZEUQlJioRUjM0NTcoKSsdE0osHhJGOTwtLxg7JEVXP/xAAaAQEAAgMBAAAAAAAAAAAAAAAAAwUBAgQG/8QAMhEAAgIBAgQDBgUFAQAAAAAAAAECAxEEIQUSMUEiUYEyQnGRsfATI2Gh4RQzwdHxBv/aAAwDAQACEQMRAD8A7jSlKAUpSgFKUoBSlKAUrzI4UEsQABkknAA8Sap2p+0uxjYpC0l1IPq26GT/AD8E+RrDaXUyk30LnSuYal7TrqNTIum7UBABlnUMSTgAIqk5J7q9RdPNTxk6dD6fSNrfHKmo3fUt3JfMlWnsfus6bSuewe00p/i9PuIh3vHtnQeZK4I+VWrQek9pejNrcJIQOKg4cfvIcMPlW8ZxksxeSOUJR6rBMUpStjUUpSgFKUoBSlKAUpSgFKUoBSlKAUpSgFKUoBVc6X9L4bBVUgyzycIoE99z4n7K+LH4Z5V56Y9K1swscaGa6lyIIEBLMftNjkg7z5H4UPSOgeqyyPcXE8MMspy8hHXygfYUZ2Io8AT3eFaybx4epvBLPi6Ed0mtr+/id7mXLYzHaxnbEvEe9k9t8Z4nhnyrHZa/aWqCIxywY+q8ZyT3kkZ3Hzq8Q+y6FuN1d3U/ipk6tPgqAEfOpW19numRDsWUTH/mAycfPeTXHLSztWLpZ+G338jrWqhW/wAuJya96U2klxCzS/molZ+KNxlPZXhjPZXcc+Jrefp3Yj9aT6If9cVni+kxy7RCY5N36NIQqjjxwgXaRjlz5c2BzXY7KL82m9FDbVLBQMBiO0B5ZzWj4fW/C87HRZqJ1JSTT5jhL+0CEnESZPjI6xr65BY1iit4bqQTTXcCSD3BbMEZT3MZD2mI9BXfpbONvejQ+qg/6VGXnROwl/SWVu3mYlz8wM1ItFCH9t8r8zmescvbWUUjROm1xZlY9Rbr7cnC3aDtJnkJ1HMd24fjxx06CZXUMjBlYAgg5BB4ggjmKpV77KtOcHqllgJGD1UrAcfFW3L+FRiaZe6HHvgkN5ZKS0kLLtliU+9JEQcHHMrwHPgMkjqgpJYk8nPPkk8x2Ol0rV0zUI7iJJoWDRuoZWHeD/Q9xHcRW1W5EKUpQClKUApSlAKUpQClKUApSlAK1NV1BLeGSaU4SNGdj5KM8POtuqL7ZXP5P2DB6y4hQqTjeN+7Zw8So+GaMyll4Mns80t336ndL/xN3hlB/Uwfqolzy4YJ8cjNWy/1GGBd08sca+LuEHzJrldzPqVxwnveoTl1VovV4Hh1h7dR83RSDaxVQ0xHCWbMx9SGOCcVwT4hTF4TydsdDbLd7F+u/aZpiHatx1reEMby5/iVdv41oSe09T+h0+9fzaNYx8y2fwqoR9GLdB+dZ3Pi0hQZ8lUqo9MVv6fo8cLFo2kAIxsMjOnMHIDE4PDn51FZxOOPAiWHD37xFNqQlZgmn3LFHG/N2ikEhm2HKHgVl7vLzqzaV04mt4ki/Jc+1BgHr43OPkKhtE/TXn/91/GGPFSlzbrIpR13KwwQe8eFR2cUtUsNLG30+JLHQVuPc2x7YbZTiW1ukPfwjb+klSMXtW03hvkliz9uCT+qqRVFlawRjGtujlfeEcAfb5EhefkMmtzStNhUiW2YiN1PYVsxNn6208iMd2KmfEOWOXFohWhTeFI6HadOdNl4JfQZPc0gQ/JsGpyC4SQZR1cH7JDD8K5XcaXA/vwxt6op/HFRz9ErTO5Yurb7UbMhHpg1rHilb6piXDZdmW/ofH9C1G704cIXUXlsvciu2yaNfIPjAHLj41fK4xokZstTs5DNLIkpe1JmkMhTrBujVCeQLqOHmfGuz1YVWxsjzR6HFdXKuXLIUpSpCIUpSgFKUoBSlKAUpSgFKUoDDeXKxI8kjBURS7MeQVQSSfQA1yDpN0pOoT2KC3eKHrmmRnZd0gSM7SUHujtZ4nvrqXSiwNxZ3MC85YJYx6sjKPxNcVtroSy6ZIO+KYHyYRKCPmp+VcuqslGOF3T+jZ1aWEZSy+2PqW6vjMACTyAyfhX2tbUlJhlC8zG4HrtOK81FZeC+bwjB0W6EPqSm8vJDHHLxgjVUZxEfdJLqwUEYOFGTzJ5Aerjo/LpcscZlM1pM2yJmGHikwWEbY4FWCtgjHEYwO+Q6Z9I2tdEtWtmKtPHBGjrzVTDvYqe47Uxnu3VT+j3SKW4029t7iRpGt0juoXdizjqpUZlLHiQCFxkn3yOWK9PbRCVbhgoa7pqfPklbc9XfSKeU0SSL5tH2HH8pQ1t6szlVihOJZpEhjP2TIcF/4V3N/DWr0h7LW8w5pcIv8MuY2H+ZT8Kk7b/H6fnl9Ik+f0Wfb+NUlUFZZXnv/j+MFrbJwrnjt/n7ZYrLobpMCpatFbtKy5HWlTPJjm4J7XPPu4A7sVVG0P8AJ95JbK5aGVOvi3HLKQ2yRCfrc0OefHjk5J5r0p1aSa+nudxDidjGfsCN8RY9Aq/HPjXW+kt5193ZuOf0BpG8uveLaD/03+VXGsSdEslZpcxujv1PFKUrzRelb6T3yvtigDSXEc0UoVBu2FGDdtuS8M8zXT+i/S+O8d4TFJBMihzHJt4oTgOjKSGGeB8DVGkvoo5REQUaTiG2YV28N+MF+HI8eVb3RkZ1iLH1bKYt6GWIKD8QflVxoLmpKpLZ7lZrak4uzO6On0pSrgqRSlKAUpSgFKUoBSlKAUpSgFcN6b6U+n3sZCH6M1110TgdlOt4Twse7tHcPInHI13KofpdowvLOe3OMyIQpPc47SH4MFNaTgprDN65uEsoossgUZNI5AwyOIquw3L3FqpORIuY5V71kTssD55GfjUloELLH2u815udHJF56o9TGMZVc6ZEdJyX002Z/SWU3XIPt2rB1DL49WZAreAUHvqtdElOJ1HOeNbZR4h5Uklb0WKF8+bL4iui3+nxzACReWSrAlWUkYO1gQRkcPOtfStDgtsmJMMeBYksceAzyHAcB4V3riUfw8NeIqnoXz7PYyarYmbqgCAqzJI2e8JkgD+LbXrU432rJDjrYZEmjB4AshzsJ7gy7l/irQ1eYRXNvLIcRbZE3fVV32bS3gCAwyam6ruaUOSS+P7nbyxnzJnINXiRrqQKxVJJWIyp3oJG3bGTnuTdtx3leHAiuoWO5me4lUoXCKiHnHDGu2KM4+tjLHzc+FbuwZzgZ8ccfnSRcjFdV+ud0VDGF3IaNIq5czeSNOsKH2mpMHPGoE6LmTOeAPH+1TqLgAeFc10YLHKWNqgkuUi9eRXMKNLGiiVZG3MFZhF2gEz97bk9wqx+zK3M01zfYPVsFt4D9pIyWkkX7pdsD9yonotpMeoahK80aS21qnVBXUOjTSYLcDkHaoxg95FdVijCgKoAAGAAMAAcgB3CrjRabkjGb64+p5/Wajmk4I90pSrA4BSlKAUpSgFKUoBSlKAUpSgFKUoDlXTjTjYXZvFH/C3JC3HhFNyWXyVuR8/UVlHlXSL+zjmjeKVA6OpVlPIg8xXJdS0+XSX6uXdJYscRT4yYc8opsd3cG/8AQq9fpHPxw690WWi1Sj4JEnSvKOGAKkEEZBByCPEGvVUZbgjPA1HaBdPLAGk4sGdScY3bJGQMB5gA1Dan0gubaUrLDGyFj1b7igIzwUnDDdjuOK8L0ju5SVgtk3d/aMmPU4VR8SK7I6Wxx2S375IHdHOd9u2C1u4AJYgAcSScAepqpa30p3Ky2xwoB3TY/CIHmfvcvDNYV0i6umP0lmUJxPWLiMHmAiKQrcObFjjzOQPOk6T183vK9vEwy6ghZWHJFBz2QeZBI4YrohpYVLnsecfL+TSVkpbLbP36fe5P9FNPMNsgYdtsyPnnufjx8wNo+Fe+kGpmJVjiwZ5TsiBIAyTjexPAKM8zXzX9fjtV7XakI7MYPE+bfZXz+Vct1PUXnkMkhyx+QHcqjuAqTQcPs1ljsktiHVaqOnhyLqfpzodoSWVpHAjbiBud/wBo7cXf4nl5AVN1+StO1ie3/QTSxeUcjIPiAcH5VbNL9q2pRYDSpMPCWMZx+8m0/E5r0E9JZHsUinGT6n6JpXNuhftUF7cR20tsY3k3BWV96kqhfiCoIyFPj3V0muc3awKUpQwKUpQClKUApSlAKVqarqUVtE008gjjQZZm5eAA8STgADiSa5xe9M768z9CUWsB5TSrvlcfaSP3VHrmtLLYVrMngkrqlY8RRM617VbC3d4/zsroxRhHHwDKSGG5yoOCDyzVbvPa9cOu61087MhesdmYZJwAQi4znhjdXPemukNDKHaRpTLli74yXB7ecDHIg1H9H9dls5N8eGUjDxvxRx5jx8D3ehIPZpaoair8SLyR3ZqnySR0DW9c6QmMuR1aAZYQLGSBjPi78j3Vzi+1eefjNPLJn7cjOPgCcD5VO3HtBvSWCSBEJ7K7Q5jHgrsCx8cnPwqqgV3U6WK9pIgla+zJbRukM1sfzbdnOSjcVPjw5g+Yq6ad05gcfnVaM+Pvr8xx/Cua19Brl1fB9Pf4sYf6HRRxC2rbOUdhGrWkqlTNCwI4qzLx9VaoxtLtYyWgu2t88SEmXZ67WyK57Y3/AFZ4xxuPsyIGHwPvD4GpGbXYduEsbdW+0V349FIx881SPhN9MsQ5semCxWvrmsywWC8nsv8A8i9muf8AlhsofUIAvzNaOo9Nm29XaxiJQMA8CwHgoHZX8aqUjkknxOfD+leKtqeDQ2lc3J+XY4bOIT3UNv17mSaZnJZiSSckk5JPiSedY6Uq5jCMFyxWEV7bbyxVq6FdHhOxklGYkOMfbbng/dHDPjy8arVrCzuqqMsxCqPEscD8TXZtNsVgiSJeSrjPieZY+pyaoOO651QVUHu/oWnDNMrJc8uiNS/0omRLi2fqbmL3JAAQRgjY68iMEj0NWTQ/aOoYQ6nH9GlPAS87eTzV/qejcvGo+sc8CupV1DKeYYZB+Brzem106vC90W1+jhZv0Z1GOQMAVIIPEEcQR4g16rjdil1p536fJuj5taSMTGfHqmPFG/Djxzyro/RPpRDfxl48o6HbLE/B428GHhwOD348QQLynUQuWYsp7qJ1PEidpSlTEIpSlAKUpQHJuldz9P1F4n429kVAT6rzsuWZvHaDtweXHuJraqL01St1qKN7306Rv4XAZD8qlK85xCblc0+xf6OCjUsdyF6Xad19s4Ay6fnE9V5j4rkfKuTGu51x7pHaLHcyonuq5x5A9rHwJx8KuP8Az2p5ZSqfR7nBxanKViIylZBHgZP+3Dn614NephbGbaj2KSUHFbm9oOmG6uIrcNtMjEbsbsYVm5ZGfd8e+py56B3Cu6rJGwWaKEEkoWMvUdsLg9lWuYQxycF+Garum3zwSpNGQHQkrkBhxBU5B4HgTUzH03vVxtlCqCCEWNVjG0xFMIBt7PUxheHAA+JrE1Znw9AuXG5sz9AriNiHkiCqwV3BbsFupKKysoYM4nXapAJKsOGK96x0BnhaULKjiKDriSDGW4zZjRe1l9tvK2M8l7qh7zpHcSszO68WhbARVA+jhhCFAGAF3twHPNbj9Nr0k4lVAc7lSNURsiXcGVQAwJnkYg5yxzzArTF226M+A0dU0KS3EpdkPVTi3baScuyO4IyB2cIfw4VF1OX3Sq4mWRJBARLgufo8YJYBlEgIXIkw7Dfz86hF51LHmx4jDxnY6X0U9mq6hp63CTGOYvIAGG6MhHKAEcGB7J4g9/I1RNV0h4JZIiVcxNtdozvQHw3Y7uI48iCO6uhS9ImttFtrW3YrLJE0kjqcMiSTSbVXvDSMSARyCseBxUTplkIY1QAeJx49/wDb4V5+WtnR7L9CxhQrXuUmBCSAuSx5Y4n4Yq2aWt7GM/SWXwRvzo9Dnl8K25WhiO9tiE9+ACflxNa0+qEDKx7V+1K3Vj4D3j8q5L9RLUP2V8jpqrVXcl7fpQ8fC8j2juljyy+jLzFWS3mDorryZQw7uDDI/A1SdN024uz+cOy3PvEKVLjOdqbu1j73Dyq3ajqEVugaQ4XgqgDJJ7lUDnVRqa4cyjBeL9CxonLDc+huVD6nK1nMmowA7o8CdR+thJAYHzXgQfIeFbumalHcJ1kTZXODkYII5gjx5fOs1zCHRkbkylT6EEH+tQ0zlTan0x1JLIK2trzOoW0yuiuhyrKGU+IIyD8jWSqX7ItTE2mQLnLQgwuPDYewP+mUNXSvUnnGsClKUMClKUBy3pvafRNTS45Q3iCJz4Txj82T+8mAP3TXurB7UprYWDpchz1jKkIjGZDNxMZTiOIIz6Ajvqi9G9UaVTFOCtxGAJFPMjHBx68M+fwqm4nRv+IvX/Zb8Pt8PI/Qmqrtholi9/cjUAQnV/SoyHKBlQYmR8c+IDAAg86sVU/2kMnVRZHb3nB7woU7h8SVrn4dNq9RXfYn1sOapvyKZr+p/SJmkCCNOAjjUALHGvCONQOAwOJxzJJ76jq9YPga+bT4V7+qEa4KKPLybk8nylfdp8DXypMo1FKUrJgV9XmPWvlfRWsujMrqWqwBYWysc+9Jx7gihY1A8BkfHjW9LcPIxSHACnDyEZwfsoO8/gKiLS6fEJReKhoSzcFy2NvLj9UfMVuaTa7owDK/Z4Mi9jac8QxHaJz35414+yPvSLyD2wjeitYou0SN3e7nLH4nl8K+6JqFqLiQzNGWO3qpGIKquMFQeStuyfPNfI9MhHHq1J8W7R+ZzWz1YxjaMeGOHyrnk00029yaOU01gnbzXreMZMyse5UIdm8lVeNVKXUXllM0sM2RkRqF7Ma/EjtHmT8K3ooEX3UVfQAf0rBqjNsCR+/KwjXyLcCfgM1pTVCD279zayyU1uS3QhMwyS4wJZndR90YUfiprd0O8eRrne2VS4ZE4AYVVXhw58c8624I0t4QucJEnPyUcSfkTUBp85i06WduDS9bLx8ZThP6rXK/zXKXm0l9/A6F+Wox8k2ze9il00NwIyTsu4GlUHueGVlIHqjZ+ArtVcg9mGlyyXFtL1UkcNrbuheRCnWSyBQQgPEqOJzXX69DW247/e5SWpKWwpSlbkQpSvhFAcc9pPTOC5Vfo8c7G1uVdZ9g6hyuUePdnOMMeOMEgdxzWrf24ukju7RgJlGUPcw+tDJ+I8jS0QadI1hddgBnNvI3uTRMxI7R4bhnBBre0vSY4Xd4SQkmD1YOUBHNlHdnh5cKpdZa+fdYa6eTXkXGlqXJs8p9fNM9aLqi3Ee4AqynbIh5o45qf701XR4bnb1ybtudvaK4zjPIjwHyrVtkhtDNJNcLulfexcqvAcFUAeA7++te61qWaKSSzjbqUQs93IpWJFA47MjMjdwAHMiuWFM5WZpzjz/k6ZWRjD8wq9rpMRnZGUCNLkx7snJRSZpSeP1IYWHrMPKr9ZeyeGe2ilDvBM67yuOsjG8llVkbtcFKjgw5VXuiOjtLJHAeZJSQ9+6QrNeMT4rGkEOfFmrvSDAxXpGsJRfVLf4lPNqMMr3nn0W37vPyOLXfs4uIedjBdL4wTNE/qUkbHwD1EXGj2UfC4tLq28TIk234OpZT86/QNKgnp1LdSa+DZiOpa6pP0PzuuiaZJ+ju8eQmT+jDNY5+hUR/R3afxBT+KsP6V3660a3l/S28T/vRq39RUeehWnf/AK+1/wChH/41rGu+Hs2v6mzvql7VaPzhqmi9Rznt28lmXd/K2D8qj5rZlxuVl3DK7lK7h4rnmPMV+rLLQrWH9DbQx/uRqv8AQVGdP+j/ANNs3RVUypiWHcMjrE4hT91hlT5NVhVqroLxSycs4VyeywfnzQJlIeGQHa4HH7LZCjJ7iSVwfHA5kVJOgVgJ8q3JZ1O3cO4Oe4+R4V0noZ0Is5Sl/blhBNA6SWr9sAvgPHuJyNrqRg5OV5itLpJ0GuICTbobmA/UyOuQeBDcJR55DcBkMcmuG+DlJziuvb/R01WJLlkU8RTr7squPvrg/wAyn/SnXzjnCrfuyY/BgK1po0iOBK9s37OVSg/klAI+FeW1Yp7z27/uyhCfgc/1rkcX5ftg6eZeZt/TZO+3k+BQ/wDdWEzyyTW6wwSdd1w6tWA2uSpyCQ3AbcknuANS2i6feXn6CzkAzjrJvzUQ+9uPaYfuKa6j0Q6HJZZkd+uuGGGkIwFU8THEv1FyBniScDJOBiWqht5ksEVlyS8LyzlnSNp0mW31PZaxMofskuJsH9H1uMDlkjny8RUzoGnnVZ49in6BA4d3IKrO6e5EgPNQefoR4V16eBXGHVWHgwBHyNe0UAYAwByAqSOkrjJSXbou3xI5aqcotPv3PtKUrpOYUpSgFKUoDU1LTIbhOruIklT7LqGGfEZ5Hzqry+y3Syc/R2XyWaVR8AHxVzpQym10K1p3QHTYCGjs4tw5M4Mh9cuTVW9qusEvFZQgHaUldfqs5Yi1hb7u9WlYfZh866BrmqR2sElxKexGpY+J8FHmTgAeJFcX0DT5b+8PW+/I7mUj6uQBcEeSJstlPiZDW0Eur7ElUHOWM+vku7L97M9FEcXXnJ3LsiY8ygYs8p85ZCzny21eKxwRBFCqAAAAAOQA4ACsla79zFs+eWVsu36LsKUpQjFKhuluuCztmlC75CRHDH3ySudscY9Tz8gakrHrOrTrtvW7F6zZnbvwN23JJxnOM0BnoaUoCnaP/wAFqU1qeEN2GuoPASjAuYh65SQDzarjVa6e6c8luJoBm4tXFxD94pnfH6OhdceYqZ0fUkuYIp4jlJUV19GGcHzHL4UMmzJGG4MAfUZrHHZRqcrGgPiFAPzxWelDApSlAKUpQClKUApSlAKUpQClKUByf2ma8Z51tYWGIHTPgblwTGD9yFA8rd24IKs3s10VYbcS4IMgGzPNYlzsB+8xLO3m9SesdGtObfPc2lscAvJK8aA4AyzMxGeXea5Rr6aW15D9B2JCsE0k5iZ4+I27CcEEYGTw55rE58sM+W5PVunBd8b/AKf9+h3alcSt7OQgNBFq+08QUeZAR3ECRxkfCthRqa+5+WB+91En/wByahjfn3WvQy6Me8vmdlr4TXHbTXNSikcXd5dW0IC7JZ7BJFJPvdY0agIBw4lu/uxVwvNC1SeMwyajAYpAFdo7YxybD7wjbrSASuRnHfUyeVkhccMjdH1mDUdUMrTR9VbFo7SIuu6aUj87chM5IC9lT4EkV0WqtqHQSza2aCCCOBsBo5I0AdJFwY5Aw7RIYDv48fGo4dLb+G33T6VO7xJ+edZIgjFB2njG4uVOM+7msh79C9Urmtt7Qb2dFkgs7cIwyrPcs3DzCxc/KvMnSTVW+vZxj7sUkh+ZkA/CueWrpi8ORNHS2y6ROl1UOif/AAl3c6eeCEm6tvDq5WPWxj9yXPDwcVTr3pPdqcS6zFEfBIoVx/OWIrH0O161la3vNQ1dvpMLSr1TNEqYbKH3YwSrKEbnzA8K3rujZ7P0ZrOmUF4jstK17C+inQSQyJIh5OjBlOOeCOFbFSkIpSlAKUpQClKUApSlAKUpQClKUBX/AGg2/WaZeqOf0aUj1VCwH4Vi1no5banaJ16DLRKySKMOhZQcqfDjxU8D31t9NbtYrC7kfktvL8SUIA+JIHxpas9rp6Hq2leC1XsL7ztHEOyPMkYoZK70RvbmWGe0ugXns5442ZTtMseVdXySOJQHv48PE1M396lsr3D9ckUMbPIHZm3HGFjUMxB+HfsGedULo9qmp6hc3NxYLBbKwhjmaQtIA0asQYxsBJ2yDOV5AcawdLr7ULae1TVJUntQ/XutumGZYXTtSjA7Ku0Z54PrisG2NywagdQu2trW9aKGC93l4o1brUjjXrDbtIWwS6kBmAGMMBzrosaAAADAAwB4AchVNttUivdTtnt5FkihtZ5CynIDSyRxKD3g4STgaulZNWK1dUvo7eGSaU7Y40Z2PPAUZPDv5cq2qqftPv0j06eM8ZLhTbwoPeeSXsKqjvIzn4UMIomm6XfL11xa6c4tJn62KFpUWVAwBYqmeAJ4hMjHKt7ofoseqGVruVwI3KmxUtEyAHgbjk7FschgfiB1DTbcxwxxsclI0UnxKqAT+FV/pb0XaZlu7NxDfRDsSfVlXvgnH1kPzHMVD/T18/4mNyf+om4cmdjYtdBtIG6uCxgAChshFBOSw5lePu8ye8VDdOelkVjAwWFOvbsxqyqVzjLO+3J2oCpP7yjv4Y19oth1Ie//ADFwhMcsBVmkjcY3bdozsPAhuR9a530n6WWlzLd9UWKzW8EELkH80vXb7ncDxy2d2RknHjUpGos7P0Q0FbK2WINvYkySPjG+R+LsAOAGeAA5ACputewuI5I0eJ1eMqCrKQQwxwIIrYrJoKUpQClKUApSlAKUpQClKUApSlAVDW1N9erZcre3EVzc+MjFmNvCPu7oy7fuqPGp3pHfvb20s0URldELLGM5b5AngMngCeFc90O8e1ml1OTc0M9xcQXmMsYOpuHS3lxz2Kg2t4BgauOu9KFRY0tAtxcT/oI1YFSO+Z2HuxKOJbv5DjQyyh9Dp9Wu/pUto9vbI90zyF1Z5BIY4xtAI90IExkA8axaxqN1Z3w/KyR3cT2jxM0KldsMkqK7smBk7tgIGODjBzwq1RezeKZnmv5ZJ55CGk6tjBFkKFG1YyCcAAZYknFYb32XQKGaydonKMhSUmeJ1YqSjhzvAJVTlWBBGawbZRrezKOzjvb1bVsq627RbmLNJHsYs4Ldo4kZlPhtANdJrnWnWdrPGthLF9BvLUFotrdpeJJuLaU8ZEYklgePEhh31Nez7pT9OgYSEdfEdkm3grjJCTx/ccKSPMMO6hh+ZI9MdbNlaS3CrvZQAi9xd2CID5bmGfKo7o90Q6uRbu9la5vMe+3uQ7hxS3Tkg7s8zx8agr62Ot3NxbySGKztXaIxq2JZZsEda47o1PFQeDEZ9JOIa1aqFxbX6KMA7jbTHHDjnMZOPSsjsXWufdPNW1VblLWwiwkqACbq2bDMzB2L52x7AFPaBznhk8K3j7QUi/x1nd2uObPEZIv+pHuH4CpnTOlljcY6i8gc/ZEgDfykg/hQx0OV6/pVtpbQfRp3n1TfkqV6/rt/viVDnYOe0g7zx58x5a0l1S76nVrhLJ1P5u3EIRmBHOOVuDc8Y3Ny5Cr/ANHOgcdpezXizM5k6zahVRt66QSOS44ucjAJxgEjjU9r+i293E0d1Ejpg+8OK8PeU81PmKwbcxx/pX0UfSCjWOpSKznsQEt1sjd5RIlKv3e8gHiamdC6QdI+G+xEy45yKsDH471x/JUn7HtFzB9PnZpZ5cpHJISzLBGSiKpPIEqW4eIq76trVvaruuJ44h99wufQcyfIUDfbqVZvaGbdlXUrG4tN3DrOE8WfDen9quNhfRzxrJDIsiMMqykMD8RVGubiTW2SOKN49OV0eSWRSjXWxgyxxIeIjyASxxnur2bNLDVrdLQ7UvVmM9uvuK0abluVX6hJ7J5A+tDDRfqUpWTUUpSgFKUoBSlKAUrxLu+rjPnWhfW00gxlFHkzf+qAg9R0u4tJ5LmxRZo5juuLVmCbmwAZoGPZDkAZVuDY5g1W7WLSuuZ7eeXSrpuDoQIN3fgxyqYmH7nCrVLp5HvOvyY/9tad1aRuNr7XHgU3D5MKGcmeKw1PH5rU7eUdxktASfjHKo/Cvf0LVzzvLNfNbVyfxnxVbbolZZytsinxTMf/ANSKHota96SHyM8pHy30GUb2udHLZtr61qImVDuVH6u3iB8lUBz6bjnzrV0+4We7kubZOrtVt47aLA6vrQju5dU4EIu4KvDjxrJYdGrWM7obWMN9oJub13HJqX+iyfs3/lP9qBshNV6PQTv1pDxzDlNE5jkH8S8/jmkL6rB+hvY7he5LqLj6dZHgn1IqZaFhzVh6givBUjmKYGWa0XTe8j/xGmOw+1bTLJn+BtrCtDUekeiT/wCNsmjY989mwP8AOin55qXr7mmBlFcgtej36i/Nv5R3ksOPRWbA+Vbn5C0iUbZdXlnQjikmpFlPqN4qSayif9IiH1QN/WtiPofauMiK3PrCv+ozQZIFtG0GMAHUMKOS/lBtuPAASVis7/o5atm3jSeTmCkUl0+fEMwbB+NWhehsY5RW4/8AjUf9tbSaA68FKAeWR/pQzkgZ+lt9c9mztBbKf114cEDxWFMknHicV80bo4kTvPNdddcyACSZ1OcD6iDGET7oqwjQn+0v4/2r0NCb7Y+RoYyZrG5VAAZwQO7bj8a3xfxftF+dRv5B/wCZ/l/3r5+QT+0/y/70MEst0h5Op/iFZQaiF0Fe9z8gK3bGwEWdrE58cf2oDbpSlAKUpQHxxkcDjzrTks3P65/kB/TFbtKAh30PJyZCT4kZ/wBa8/kD/mf5f96mqUBC/kEftD/L/vWWHRgp9/PqgP8AXNStKA8KmBjPxxWJ7dj+tYegX/xrYpQGi1gx/XyfMf6VrvogPORj68alqUBD/kEfbPyFfPyCP2h+X+9TNKAhvyCP2h+X+9ZotKZeCzMPQVJ0oDRFk/7d/kK9raP+2f5L/atulAeIkI5sW9cf6AV7pSgFKUoBSlKAUpSgFKUoBSlKAUpSgFKUoBSlKAUpSgFKUoBSlKAUpSgFKUoBSlKAUpSgFKUoD//Z"/>
          <p:cNvSpPr>
            <a:spLocks noChangeAspect="1" noChangeArrowheads="1"/>
          </p:cNvSpPr>
          <p:nvPr/>
        </p:nvSpPr>
        <p:spPr bwMode="auto">
          <a:xfrm>
            <a:off x="1341824" y="1915470"/>
            <a:ext cx="1788554" cy="178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AutoShape 10" descr="data:image/jpeg;base64,/9j/4AAQSkZJRgABAQAAAQABAAD/2wCEAAkGBxMSEhUTERIWFhUXFRgXFxcYFx4XGhgaGBYXFxcVFhseHSggHR4lGxUVIjEiJSorLi4uGCA1ODMsNyktLi0BCgoKDg0OGhAQGy0iICItMDYyLzctLy0tLy8tLS8vLi0tLS8rKy0rKy0tLS0tMC8tLS0tLS0tLy8tLy0tLS0tLf/AABEIAQYAwQMBIgACEQEDEQH/xAAcAAEAAgMBAQEAAAAAAAAAAAAABQYDBAcCAQj/xABGEAACAQMCAgcEBQoEBgIDAAABAgMABBEFEiExBhMiQVFhcQcygZEUQlJioRUjM0NTcoKSsdE0osHhJGOTwtLxg7JEVXP/xAAaAQEAAgMBAAAAAAAAAAAAAAAAAwUBAgQG/8QAMhEAAgIBAgQDBgUFAQAAAAAAAAECAxEEIQUSMUEiUYEyQnGRsfATI2Gh4RQzwdHxBv/aAAwDAQACEQMRAD8A7jSlKAUpSgFKUoBSlKAUrzI4UEsQABkknAA8Sap2p+0uxjYpC0l1IPq26GT/AD8E+RrDaXUyk30LnSuYal7TrqNTIum7UBABlnUMSTgAIqk5J7q9RdPNTxk6dD6fSNrfHKmo3fUt3JfMlWnsfus6bSuewe00p/i9PuIh3vHtnQeZK4I+VWrQek9pejNrcJIQOKg4cfvIcMPlW8ZxksxeSOUJR6rBMUpStjUUpSgFKUoBSlKAUpSgFKUoBSlKAUpSgFKUoBVc6X9L4bBVUgyzycIoE99z4n7K+LH4Z5V56Y9K1swscaGa6lyIIEBLMftNjkg7z5H4UPSOgeqyyPcXE8MMspy8hHXygfYUZ2Io8AT3eFaybx4epvBLPi6Ed0mtr+/id7mXLYzHaxnbEvEe9k9t8Z4nhnyrHZa/aWqCIxywY+q8ZyT3kkZ3Hzq8Q+y6FuN1d3U/ipk6tPgqAEfOpW19numRDsWUTH/mAycfPeTXHLSztWLpZ+G338jrWqhW/wAuJya96U2klxCzS/molZ+KNxlPZXhjPZXcc+Jrefp3Yj9aT6If9cVni+kxy7RCY5N36NIQqjjxwgXaRjlz5c2BzXY7KL82m9FDbVLBQMBiO0B5ZzWj4fW/C87HRZqJ1JSTT5jhL+0CEnESZPjI6xr65BY1iit4bqQTTXcCSD3BbMEZT3MZD2mI9BXfpbONvejQ+qg/6VGXnROwl/SWVu3mYlz8wM1ItFCH9t8r8zmescvbWUUjROm1xZlY9Rbr7cnC3aDtJnkJ1HMd24fjxx06CZXUMjBlYAgg5BB4ggjmKpV77KtOcHqllgJGD1UrAcfFW3L+FRiaZe6HHvgkN5ZKS0kLLtliU+9JEQcHHMrwHPgMkjqgpJYk8nPPkk8x2Ol0rV0zUI7iJJoWDRuoZWHeD/Q9xHcRW1W5EKUpQClKUApSlAKUpQClKUApSlAK1NV1BLeGSaU4SNGdj5KM8POtuqL7ZXP5P2DB6y4hQqTjeN+7Zw8So+GaMyll4Mns80t336ndL/xN3hlB/Uwfqolzy4YJ8cjNWy/1GGBd08sca+LuEHzJrldzPqVxwnveoTl1VovV4Hh1h7dR83RSDaxVQ0xHCWbMx9SGOCcVwT4hTF4TydsdDbLd7F+u/aZpiHatx1reEMby5/iVdv41oSe09T+h0+9fzaNYx8y2fwqoR9GLdB+dZ3Pi0hQZ8lUqo9MVv6fo8cLFo2kAIxsMjOnMHIDE4PDn51FZxOOPAiWHD37xFNqQlZgmn3LFHG/N2ikEhm2HKHgVl7vLzqzaV04mt4ki/Jc+1BgHr43OPkKhtE/TXn/91/GGPFSlzbrIpR13KwwQe8eFR2cUtUsNLG30+JLHQVuPc2x7YbZTiW1ukPfwjb+klSMXtW03hvkliz9uCT+qqRVFlawRjGtujlfeEcAfb5EhefkMmtzStNhUiW2YiN1PYVsxNn6208iMd2KmfEOWOXFohWhTeFI6HadOdNl4JfQZPc0gQ/JsGpyC4SQZR1cH7JDD8K5XcaXA/vwxt6op/HFRz9ErTO5Yurb7UbMhHpg1rHilb6piXDZdmW/ofH9C1G704cIXUXlsvciu2yaNfIPjAHLj41fK4xokZstTs5DNLIkpe1JmkMhTrBujVCeQLqOHmfGuz1YVWxsjzR6HFdXKuXLIUpSpCIUpSgFKUoBSlKAUpSgFKUoDDeXKxI8kjBURS7MeQVQSSfQA1yDpN0pOoT2KC3eKHrmmRnZd0gSM7SUHujtZ4nvrqXSiwNxZ3MC85YJYx6sjKPxNcVtroSy6ZIO+KYHyYRKCPmp+VcuqslGOF3T+jZ1aWEZSy+2PqW6vjMACTyAyfhX2tbUlJhlC8zG4HrtOK81FZeC+bwjB0W6EPqSm8vJDHHLxgjVUZxEfdJLqwUEYOFGTzJ5Aerjo/LpcscZlM1pM2yJmGHikwWEbY4FWCtgjHEYwO+Q6Z9I2tdEtWtmKtPHBGjrzVTDvYqe47Uxnu3VT+j3SKW4029t7iRpGt0juoXdizjqpUZlLHiQCFxkn3yOWK9PbRCVbhgoa7pqfPklbc9XfSKeU0SSL5tH2HH8pQ1t6szlVihOJZpEhjP2TIcF/4V3N/DWr0h7LW8w5pcIv8MuY2H+ZT8Kk7b/H6fnl9Ik+f0Wfb+NUlUFZZXnv/j+MFrbJwrnjt/n7ZYrLobpMCpatFbtKy5HWlTPJjm4J7XPPu4A7sVVG0P8AJ95JbK5aGVOvi3HLKQ2yRCfrc0OefHjk5J5r0p1aSa+nudxDidjGfsCN8RY9Aq/HPjXW+kt5193ZuOf0BpG8uveLaD/03+VXGsSdEslZpcxujv1PFKUrzRelb6T3yvtigDSXEc0UoVBu2FGDdtuS8M8zXT+i/S+O8d4TFJBMihzHJt4oTgOjKSGGeB8DVGkvoo5REQUaTiG2YV28N+MF+HI8eVb3RkZ1iLH1bKYt6GWIKD8QflVxoLmpKpLZ7lZrak4uzO6On0pSrgqRSlKAUpSgFKUoBSlKAUpSgFcN6b6U+n3sZCH6M1110TgdlOt4Twse7tHcPInHI13KofpdowvLOe3OMyIQpPc47SH4MFNaTgprDN65uEsoossgUZNI5AwyOIquw3L3FqpORIuY5V71kTssD55GfjUloELLH2u815udHJF56o9TGMZVc6ZEdJyX002Z/SWU3XIPt2rB1DL49WZAreAUHvqtdElOJ1HOeNbZR4h5Uklb0WKF8+bL4iui3+nxzACReWSrAlWUkYO1gQRkcPOtfStDgtsmJMMeBYksceAzyHAcB4V3riUfw8NeIqnoXz7PYyarYmbqgCAqzJI2e8JkgD+LbXrU432rJDjrYZEmjB4AshzsJ7gy7l/irQ1eYRXNvLIcRbZE3fVV32bS3gCAwyam6ruaUOSS+P7nbyxnzJnINXiRrqQKxVJJWIyp3oJG3bGTnuTdtx3leHAiuoWO5me4lUoXCKiHnHDGu2KM4+tjLHzc+FbuwZzgZ8ccfnSRcjFdV+ud0VDGF3IaNIq5czeSNOsKH2mpMHPGoE6LmTOeAPH+1TqLgAeFc10YLHKWNqgkuUi9eRXMKNLGiiVZG3MFZhF2gEz97bk9wqx+zK3M01zfYPVsFt4D9pIyWkkX7pdsD9yonotpMeoahK80aS21qnVBXUOjTSYLcDkHaoxg95FdVijCgKoAAGAAMAAcgB3CrjRabkjGb64+p5/Wajmk4I90pSrA4BSlKAUpSgFKUoBSlKAUpSgFKUoDlXTjTjYXZvFH/C3JC3HhFNyWXyVuR8/UVlHlXSL+zjmjeKVA6OpVlPIg8xXJdS0+XSX6uXdJYscRT4yYc8opsd3cG/8AQq9fpHPxw690WWi1Sj4JEnSvKOGAKkEEZBByCPEGvVUZbgjPA1HaBdPLAGk4sGdScY3bJGQMB5gA1Dan0gubaUrLDGyFj1b7igIzwUnDDdjuOK8L0ju5SVgtk3d/aMmPU4VR8SK7I6Wxx2S375IHdHOd9u2C1u4AJYgAcSScAepqpa30p3Ky2xwoB3TY/CIHmfvcvDNYV0i6umP0lmUJxPWLiMHmAiKQrcObFjjzOQPOk6T183vK9vEwy6ghZWHJFBz2QeZBI4YrohpYVLnsecfL+TSVkpbLbP36fe5P9FNPMNsgYdtsyPnnufjx8wNo+Fe+kGpmJVjiwZ5TsiBIAyTjexPAKM8zXzX9fjtV7XakI7MYPE+bfZXz+Vct1PUXnkMkhyx+QHcqjuAqTQcPs1ljsktiHVaqOnhyLqfpzodoSWVpHAjbiBud/wBo7cXf4nl5AVN1+StO1ie3/QTSxeUcjIPiAcH5VbNL9q2pRYDSpMPCWMZx+8m0/E5r0E9JZHsUinGT6n6JpXNuhftUF7cR20tsY3k3BWV96kqhfiCoIyFPj3V0muc3awKUpQwKUpQClKUApSlAKVqarqUVtE008gjjQZZm5eAA8STgADiSa5xe9M768z9CUWsB5TSrvlcfaSP3VHrmtLLYVrMngkrqlY8RRM617VbC3d4/zsroxRhHHwDKSGG5yoOCDyzVbvPa9cOu61087MhesdmYZJwAQi4znhjdXPemukNDKHaRpTLli74yXB7ecDHIg1H9H9dls5N8eGUjDxvxRx5jx8D3ehIPZpaoair8SLyR3ZqnySR0DW9c6QmMuR1aAZYQLGSBjPi78j3Vzi+1eefjNPLJn7cjOPgCcD5VO3HtBvSWCSBEJ7K7Q5jHgrsCx8cnPwqqgV3U6WK9pIgla+zJbRukM1sfzbdnOSjcVPjw5g+Yq6ad05gcfnVaM+Pvr8xx/Cua19Brl1fB9Pf4sYf6HRRxC2rbOUdhGrWkqlTNCwI4qzLx9VaoxtLtYyWgu2t88SEmXZ67WyK57Y3/AFZ4xxuPsyIGHwPvD4GpGbXYduEsbdW+0V349FIx881SPhN9MsQ5semCxWvrmsywWC8nsv8A8i9muf8AlhsofUIAvzNaOo9Nm29XaxiJQMA8CwHgoHZX8aqUjkknxOfD+leKtqeDQ2lc3J+XY4bOIT3UNv17mSaZnJZiSSckk5JPiSedY6Uq5jCMFyxWEV7bbyxVq6FdHhOxklGYkOMfbbng/dHDPjy8arVrCzuqqMsxCqPEscD8TXZtNsVgiSJeSrjPieZY+pyaoOO651QVUHu/oWnDNMrJc8uiNS/0omRLi2fqbmL3JAAQRgjY68iMEj0NWTQ/aOoYQ6nH9GlPAS87eTzV/qejcvGo+sc8CupV1DKeYYZB+Brzem106vC90W1+jhZv0Z1GOQMAVIIPEEcQR4g16rjdil1p536fJuj5taSMTGfHqmPFG/Djxzyro/RPpRDfxl48o6HbLE/B428GHhwOD348QQLynUQuWYsp7qJ1PEidpSlTEIpSlAKUpQHJuldz9P1F4n429kVAT6rzsuWZvHaDtweXHuJraqL01St1qKN7306Rv4XAZD8qlK85xCblc0+xf6OCjUsdyF6Xad19s4Ay6fnE9V5j4rkfKuTGu51x7pHaLHcyonuq5x5A9rHwJx8KuP8Az2p5ZSqfR7nBxanKViIylZBHgZP+3Dn614NephbGbaj2KSUHFbm9oOmG6uIrcNtMjEbsbsYVm5ZGfd8e+py56B3Cu6rJGwWaKEEkoWMvUdsLg9lWuYQxycF+Garum3zwSpNGQHQkrkBhxBU5B4HgTUzH03vVxtlCqCCEWNVjG0xFMIBt7PUxheHAA+JrE1Znw9AuXG5sz9AriNiHkiCqwV3BbsFupKKysoYM4nXapAJKsOGK96x0BnhaULKjiKDriSDGW4zZjRe1l9tvK2M8l7qh7zpHcSszO68WhbARVA+jhhCFAGAF3twHPNbj9Nr0k4lVAc7lSNURsiXcGVQAwJnkYg5yxzzArTF226M+A0dU0KS3EpdkPVTi3baScuyO4IyB2cIfw4VF1OX3Sq4mWRJBARLgufo8YJYBlEgIXIkw7Dfz86hF51LHmx4jDxnY6X0U9mq6hp63CTGOYvIAGG6MhHKAEcGB7J4g9/I1RNV0h4JZIiVcxNtdozvQHw3Y7uI48iCO6uhS9ImttFtrW3YrLJE0kjqcMiSTSbVXvDSMSARyCseBxUTplkIY1QAeJx49/wDb4V5+WtnR7L9CxhQrXuUmBCSAuSx5Y4n4Yq2aWt7GM/SWXwRvzo9Dnl8K25WhiO9tiE9+ACflxNa0+qEDKx7V+1K3Vj4D3j8q5L9RLUP2V8jpqrVXcl7fpQ8fC8j2juljyy+jLzFWS3mDorryZQw7uDDI/A1SdN024uz+cOy3PvEKVLjOdqbu1j73Dyq3ajqEVugaQ4XgqgDJJ7lUDnVRqa4cyjBeL9CxonLDc+huVD6nK1nMmowA7o8CdR+thJAYHzXgQfIeFbumalHcJ1kTZXODkYII5gjx5fOs1zCHRkbkylT6EEH+tQ0zlTan0x1JLIK2trzOoW0yuiuhyrKGU+IIyD8jWSqX7ItTE2mQLnLQgwuPDYewP+mUNXSvUnnGsClKUMClKUBy3pvafRNTS45Q3iCJz4Txj82T+8mAP3TXurB7UprYWDpchz1jKkIjGZDNxMZTiOIIz6Ajvqi9G9UaVTFOCtxGAJFPMjHBx68M+fwqm4nRv+IvX/Zb8Pt8PI/Qmqrtholi9/cjUAQnV/SoyHKBlQYmR8c+IDAAg86sVU/2kMnVRZHb3nB7woU7h8SVrn4dNq9RXfYn1sOapvyKZr+p/SJmkCCNOAjjUALHGvCONQOAwOJxzJJ76jq9YPga+bT4V7+qEa4KKPLybk8nylfdp8DXypMo1FKUrJgV9XmPWvlfRWsujMrqWqwBYWysc+9Jx7gihY1A8BkfHjW9LcPIxSHACnDyEZwfsoO8/gKiLS6fEJReKhoSzcFy2NvLj9UfMVuaTa7owDK/Z4Mi9jac8QxHaJz35414+yPvSLyD2wjeitYou0SN3e7nLH4nl8K+6JqFqLiQzNGWO3qpGIKquMFQeStuyfPNfI9MhHHq1J8W7R+ZzWz1YxjaMeGOHyrnk00029yaOU01gnbzXreMZMyse5UIdm8lVeNVKXUXllM0sM2RkRqF7Ma/EjtHmT8K3ooEX3UVfQAf0rBqjNsCR+/KwjXyLcCfgM1pTVCD279zayyU1uS3QhMwyS4wJZndR90YUfiprd0O8eRrne2VS4ZE4AYVVXhw58c8624I0t4QucJEnPyUcSfkTUBp85i06WduDS9bLx8ZThP6rXK/zXKXm0l9/A6F+Wox8k2ze9il00NwIyTsu4GlUHueGVlIHqjZ+ArtVcg9mGlyyXFtL1UkcNrbuheRCnWSyBQQgPEqOJzXX69DW247/e5SWpKWwpSlbkQpSvhFAcc9pPTOC5Vfo8c7G1uVdZ9g6hyuUePdnOMMeOMEgdxzWrf24ukju7RgJlGUPcw+tDJ+I8jS0QadI1hddgBnNvI3uTRMxI7R4bhnBBre0vSY4Xd4SQkmD1YOUBHNlHdnh5cKpdZa+fdYa6eTXkXGlqXJs8p9fNM9aLqi3Ee4AqynbIh5o45qf701XR4bnb1ybtudvaK4zjPIjwHyrVtkhtDNJNcLulfexcqvAcFUAeA7++te61qWaKSSzjbqUQs93IpWJFA47MjMjdwAHMiuWFM5WZpzjz/k6ZWRjD8wq9rpMRnZGUCNLkx7snJRSZpSeP1IYWHrMPKr9ZeyeGe2ilDvBM67yuOsjG8llVkbtcFKjgw5VXuiOjtLJHAeZJSQ9+6QrNeMT4rGkEOfFmrvSDAxXpGsJRfVLf4lPNqMMr3nn0W37vPyOLXfs4uIedjBdL4wTNE/qUkbHwD1EXGj2UfC4tLq28TIk234OpZT86/QNKgnp1LdSa+DZiOpa6pP0PzuuiaZJ+ju8eQmT+jDNY5+hUR/R3afxBT+KsP6V3660a3l/S28T/vRq39RUeehWnf/AK+1/wChH/41rGu+Hs2v6mzvql7VaPzhqmi9Rznt28lmXd/K2D8qj5rZlxuVl3DK7lK7h4rnmPMV+rLLQrWH9DbQx/uRqv8AQVGdP+j/ANNs3RVUypiWHcMjrE4hT91hlT5NVhVqroLxSycs4VyeywfnzQJlIeGQHa4HH7LZCjJ7iSVwfHA5kVJOgVgJ8q3JZ1O3cO4Oe4+R4V0noZ0Is5Sl/blhBNA6SWr9sAvgPHuJyNrqRg5OV5itLpJ0GuICTbobmA/UyOuQeBDcJR55DcBkMcmuG+DlJziuvb/R01WJLlkU8RTr7squPvrg/wAyn/SnXzjnCrfuyY/BgK1po0iOBK9s37OVSg/klAI+FeW1Yp7z27/uyhCfgc/1rkcX5ftg6eZeZt/TZO+3k+BQ/wDdWEzyyTW6wwSdd1w6tWA2uSpyCQ3AbcknuANS2i6feXn6CzkAzjrJvzUQ+9uPaYfuKa6j0Q6HJZZkd+uuGGGkIwFU8THEv1FyBniScDJOBiWqht5ksEVlyS8LyzlnSNp0mW31PZaxMofskuJsH9H1uMDlkjny8RUzoGnnVZ49in6BA4d3IKrO6e5EgPNQefoR4V16eBXGHVWHgwBHyNe0UAYAwByAqSOkrjJSXbou3xI5aqcotPv3PtKUrpOYUpSgFKUoDU1LTIbhOruIklT7LqGGfEZ5Hzqry+y3Syc/R2XyWaVR8AHxVzpQym10K1p3QHTYCGjs4tw5M4Mh9cuTVW9qusEvFZQgHaUldfqs5Yi1hb7u9WlYfZh866BrmqR2sElxKexGpY+J8FHmTgAeJFcX0DT5b+8PW+/I7mUj6uQBcEeSJstlPiZDW0Eur7ElUHOWM+vku7L97M9FEcXXnJ3LsiY8ygYs8p85ZCzny21eKxwRBFCqAAAAAOQA4ACsla79zFs+eWVsu36LsKUpQjFKhuluuCztmlC75CRHDH3ySudscY9Tz8gakrHrOrTrtvW7F6zZnbvwN23JJxnOM0BnoaUoCnaP/wAFqU1qeEN2GuoPASjAuYh65SQDzarjVa6e6c8luJoBm4tXFxD94pnfH6OhdceYqZ0fUkuYIp4jlJUV19GGcHzHL4UMmzJGG4MAfUZrHHZRqcrGgPiFAPzxWelDApSlAKUpQClKUApSlAKUpQClKUByf2ma8Z51tYWGIHTPgblwTGD9yFA8rd24IKs3s10VYbcS4IMgGzPNYlzsB+8xLO3m9SesdGtObfPc2lscAvJK8aA4AyzMxGeXea5Rr6aW15D9B2JCsE0k5iZ4+I27CcEEYGTw55rE58sM+W5PVunBd8b/AKf9+h3alcSt7OQgNBFq+08QUeZAR3ECRxkfCthRqa+5+WB+91En/wByahjfn3WvQy6Me8vmdlr4TXHbTXNSikcXd5dW0IC7JZ7BJFJPvdY0agIBw4lu/uxVwvNC1SeMwyajAYpAFdo7YxybD7wjbrSASuRnHfUyeVkhccMjdH1mDUdUMrTR9VbFo7SIuu6aUj87chM5IC9lT4EkV0WqtqHQSza2aCCCOBsBo5I0AdJFwY5Aw7RIYDv48fGo4dLb+G33T6VO7xJ+edZIgjFB2njG4uVOM+7msh79C9Urmtt7Qb2dFkgs7cIwyrPcs3DzCxc/KvMnSTVW+vZxj7sUkh+ZkA/CueWrpi8ORNHS2y6ROl1UOif/AAl3c6eeCEm6tvDq5WPWxj9yXPDwcVTr3pPdqcS6zFEfBIoVx/OWIrH0O161la3vNQ1dvpMLSr1TNEqYbKH3YwSrKEbnzA8K3rujZ7P0ZrOmUF4jstK17C+inQSQyJIh5OjBlOOeCOFbFSkIpSlAKUpQClKUApSlAKUpQClKUBX/AGg2/WaZeqOf0aUj1VCwH4Vi1no5banaJ16DLRKySKMOhZQcqfDjxU8D31t9NbtYrC7kfktvL8SUIA+JIHxpas9rp6Hq2leC1XsL7ztHEOyPMkYoZK70RvbmWGe0ugXns5442ZTtMseVdXySOJQHv48PE1M396lsr3D9ckUMbPIHZm3HGFjUMxB+HfsGedULo9qmp6hc3NxYLBbKwhjmaQtIA0asQYxsBJ2yDOV5AcawdLr7ULae1TVJUntQ/XutumGZYXTtSjA7Ku0Z54PrisG2NywagdQu2trW9aKGC93l4o1brUjjXrDbtIWwS6kBmAGMMBzrosaAAADAAwB4AchVNttUivdTtnt5FkihtZ5CynIDSyRxKD3g4STgaulZNWK1dUvo7eGSaU7Y40Z2PPAUZPDv5cq2qqftPv0j06eM8ZLhTbwoPeeSXsKqjvIzn4UMIomm6XfL11xa6c4tJn62KFpUWVAwBYqmeAJ4hMjHKt7ofoseqGVruVwI3KmxUtEyAHgbjk7FschgfiB1DTbcxwxxsclI0UnxKqAT+FV/pb0XaZlu7NxDfRDsSfVlXvgnH1kPzHMVD/T18/4mNyf+om4cmdjYtdBtIG6uCxgAChshFBOSw5lePu8ye8VDdOelkVjAwWFOvbsxqyqVzjLO+3J2oCpP7yjv4Y19oth1Ie//ADFwhMcsBVmkjcY3bdozsPAhuR9a530n6WWlzLd9UWKzW8EELkH80vXb7ncDxy2d2RknHjUpGos7P0Q0FbK2WINvYkySPjG+R+LsAOAGeAA5ACputewuI5I0eJ1eMqCrKQQwxwIIrYrJoKUpQClKUApSlAKUpQClKUApSlAVDW1N9erZcre3EVzc+MjFmNvCPu7oy7fuqPGp3pHfvb20s0URldELLGM5b5AngMngCeFc90O8e1ml1OTc0M9xcQXmMsYOpuHS3lxz2Kg2t4BgauOu9KFRY0tAtxcT/oI1YFSO+Z2HuxKOJbv5DjQyyh9Dp9Wu/pUto9vbI90zyF1Z5BIY4xtAI90IExkA8axaxqN1Z3w/KyR3cT2jxM0KldsMkqK7smBk7tgIGODjBzwq1RezeKZnmv5ZJ55CGk6tjBFkKFG1YyCcAAZYknFYb32XQKGaydonKMhSUmeJ1YqSjhzvAJVTlWBBGawbZRrezKOzjvb1bVsq627RbmLNJHsYs4Ldo4kZlPhtANdJrnWnWdrPGthLF9BvLUFotrdpeJJuLaU8ZEYklgePEhh31Nez7pT9OgYSEdfEdkm3grjJCTx/ccKSPMMO6hh+ZI9MdbNlaS3CrvZQAi9xd2CID5bmGfKo7o90Q6uRbu9la5vMe+3uQ7hxS3Tkg7s8zx8agr62Ot3NxbySGKztXaIxq2JZZsEda47o1PFQeDEZ9JOIa1aqFxbX6KMA7jbTHHDjnMZOPSsjsXWufdPNW1VblLWwiwkqACbq2bDMzB2L52x7AFPaBznhk8K3j7QUi/x1nd2uObPEZIv+pHuH4CpnTOlljcY6i8gc/ZEgDfykg/hQx0OV6/pVtpbQfRp3n1TfkqV6/rt/viVDnYOe0g7zx58x5a0l1S76nVrhLJ1P5u3EIRmBHOOVuDc8Y3Ny5Cr/ANHOgcdpezXizM5k6zahVRt66QSOS44ucjAJxgEjjU9r+i293E0d1Ejpg+8OK8PeU81PmKwbcxx/pX0UfSCjWOpSKznsQEt1sjd5RIlKv3e8gHiamdC6QdI+G+xEy45yKsDH471x/JUn7HtFzB9PnZpZ5cpHJISzLBGSiKpPIEqW4eIq76trVvaruuJ44h99wufQcyfIUDfbqVZvaGbdlXUrG4tN3DrOE8WfDen9quNhfRzxrJDIsiMMqykMD8RVGubiTW2SOKN49OV0eSWRSjXWxgyxxIeIjyASxxnur2bNLDVrdLQ7UvVmM9uvuK0abluVX6hJ7J5A+tDDRfqUpWTUUpSgFKUoBSlKAUrxLu+rjPnWhfW00gxlFHkzf+qAg9R0u4tJ5LmxRZo5juuLVmCbmwAZoGPZDkAZVuDY5g1W7WLSuuZ7eeXSrpuDoQIN3fgxyqYmH7nCrVLp5HvOvyY/9tad1aRuNr7XHgU3D5MKGcmeKw1PH5rU7eUdxktASfjHKo/Cvf0LVzzvLNfNbVyfxnxVbbolZZytsinxTMf/ANSKHota96SHyM8pHy30GUb2udHLZtr61qImVDuVH6u3iB8lUBz6bjnzrV0+4We7kubZOrtVt47aLA6vrQju5dU4EIu4KvDjxrJYdGrWM7obWMN9oJub13HJqX+iyfs3/lP9qBshNV6PQTv1pDxzDlNE5jkH8S8/jmkL6rB+hvY7he5LqLj6dZHgn1IqZaFhzVh6givBUjmKYGWa0XTe8j/xGmOw+1bTLJn+BtrCtDUekeiT/wCNsmjY989mwP8AOin55qXr7mmBlFcgtej36i/Nv5R3ksOPRWbA+Vbn5C0iUbZdXlnQjikmpFlPqN4qSayif9IiH1QN/WtiPofauMiK3PrCv+ozQZIFtG0GMAHUMKOS/lBtuPAASVis7/o5atm3jSeTmCkUl0+fEMwbB+NWhehsY5RW4/8AjUf9tbSaA68FKAeWR/pQzkgZ+lt9c9mztBbKf114cEDxWFMknHicV80bo4kTvPNdddcyACSZ1OcD6iDGET7oqwjQn+0v4/2r0NCb7Y+RoYyZrG5VAAZwQO7bj8a3xfxftF+dRv5B/wCZ/l/3r5+QT+0/y/70MEst0h5Op/iFZQaiF0Fe9z8gK3bGwEWdrE58cf2oDbpSlAKUpQHxxkcDjzrTks3P65/kB/TFbtKAh30PJyZCT4kZ/wBa8/kD/mf5f96mqUBC/kEftD/L/vWWHRgp9/PqgP8AXNStKA8KmBjPxxWJ7dj+tYegX/xrYpQGi1gx/XyfMf6VrvogPORj68alqUBD/kEfbPyFfPyCP2h+X+9TNKAhvyCP2h+X+9ZotKZeCzMPQVJ0oDRFk/7d/kK9raP+2f5L/atulAeIkI5sW9cf6AV7pSgFKUoBSlKAUpSgFKUoBSlKAUpSgFKUoBSlKAUpSgFKUoBSlKAUpSgFKUoBSlKAUpSgFKUo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12" descr="Résultat de recherche d'images pour &quot;baby ball basket&quot;"/>
          <p:cNvSpPr>
            <a:spLocks noChangeAspect="1" noChangeArrowheads="1"/>
          </p:cNvSpPr>
          <p:nvPr/>
        </p:nvSpPr>
        <p:spPr bwMode="auto">
          <a:xfrm>
            <a:off x="307974" y="7937"/>
            <a:ext cx="2715311" cy="271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0" y="313432"/>
            <a:ext cx="1632540" cy="207554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008" y="313432"/>
            <a:ext cx="1632540" cy="207554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294" y="313432"/>
            <a:ext cx="1648033" cy="2115151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073" y="313432"/>
            <a:ext cx="1648033" cy="2115151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1" y="3374519"/>
            <a:ext cx="2057400" cy="20574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072" y="3374519"/>
            <a:ext cx="2057400" cy="20574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294" y="3106789"/>
            <a:ext cx="1482270" cy="232513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954" y="3106789"/>
            <a:ext cx="1482270" cy="232513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156" y="3106789"/>
            <a:ext cx="2671844" cy="2161763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134" y="188175"/>
            <a:ext cx="2671844" cy="216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54" y="320126"/>
            <a:ext cx="1679857" cy="215496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2" y="320126"/>
            <a:ext cx="1679857" cy="2154968"/>
          </a:xfrm>
          <a:prstGeom prst="rect">
            <a:avLst/>
          </a:prstGeom>
        </p:spPr>
      </p:pic>
      <p:sp>
        <p:nvSpPr>
          <p:cNvPr id="7" name="AutoShape 2" descr="Résultat de recherche d'images pour &quot;baby ball basket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183" y="468547"/>
            <a:ext cx="2134463" cy="185812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160" y="3570092"/>
            <a:ext cx="2134463" cy="1858126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031" y="3420246"/>
            <a:ext cx="1677687" cy="1917356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117" y="3510862"/>
            <a:ext cx="1677687" cy="1917356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35" y="3420246"/>
            <a:ext cx="1677687" cy="1917356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78" y="3420246"/>
            <a:ext cx="1677687" cy="1917356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512" y="291680"/>
            <a:ext cx="1834206" cy="221186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858" y="366731"/>
            <a:ext cx="1834206" cy="221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9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e 47"/>
          <p:cNvGrpSpPr/>
          <p:nvPr/>
        </p:nvGrpSpPr>
        <p:grpSpPr>
          <a:xfrm>
            <a:off x="492723" y="1802843"/>
            <a:ext cx="2298357" cy="947351"/>
            <a:chOff x="663332" y="140427"/>
            <a:chExt cx="2298357" cy="947351"/>
          </a:xfrm>
        </p:grpSpPr>
        <p:sp>
          <p:nvSpPr>
            <p:cNvPr id="49" name="Rectangle à coins arrondis 48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0" name="Connecteur droit 49"/>
            <p:cNvCxnSpPr>
              <a:stCxn id="49" idx="0"/>
              <a:endCxn id="49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e 50"/>
          <p:cNvGrpSpPr/>
          <p:nvPr/>
        </p:nvGrpSpPr>
        <p:grpSpPr>
          <a:xfrm>
            <a:off x="3463960" y="1802844"/>
            <a:ext cx="2298357" cy="947351"/>
            <a:chOff x="663332" y="140427"/>
            <a:chExt cx="2298357" cy="947351"/>
          </a:xfrm>
        </p:grpSpPr>
        <p:sp>
          <p:nvSpPr>
            <p:cNvPr id="52" name="Rectangle à coins arrondis 51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3" name="Connecteur droit 52"/>
            <p:cNvCxnSpPr>
              <a:stCxn id="52" idx="0"/>
              <a:endCxn id="52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e 53"/>
          <p:cNvGrpSpPr/>
          <p:nvPr/>
        </p:nvGrpSpPr>
        <p:grpSpPr>
          <a:xfrm>
            <a:off x="6504837" y="1847355"/>
            <a:ext cx="2298357" cy="947351"/>
            <a:chOff x="663332" y="140427"/>
            <a:chExt cx="2298357" cy="947351"/>
          </a:xfrm>
        </p:grpSpPr>
        <p:sp>
          <p:nvSpPr>
            <p:cNvPr id="55" name="Rectangle à coins arrondis 54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6" name="Connecteur droit 55"/>
            <p:cNvCxnSpPr>
              <a:stCxn id="55" idx="0"/>
              <a:endCxn id="55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e 56"/>
          <p:cNvGrpSpPr/>
          <p:nvPr/>
        </p:nvGrpSpPr>
        <p:grpSpPr>
          <a:xfrm>
            <a:off x="9450084" y="1802843"/>
            <a:ext cx="2298357" cy="947351"/>
            <a:chOff x="663332" y="140427"/>
            <a:chExt cx="2298357" cy="947351"/>
          </a:xfrm>
        </p:grpSpPr>
        <p:sp>
          <p:nvSpPr>
            <p:cNvPr id="58" name="Rectangle à coins arrondis 57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9" name="Connecteur droit 58"/>
            <p:cNvCxnSpPr>
              <a:stCxn id="58" idx="0"/>
              <a:endCxn id="58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e 13"/>
          <p:cNvGrpSpPr/>
          <p:nvPr/>
        </p:nvGrpSpPr>
        <p:grpSpPr>
          <a:xfrm>
            <a:off x="606954" y="140426"/>
            <a:ext cx="2298357" cy="947351"/>
            <a:chOff x="663332" y="140427"/>
            <a:chExt cx="2298357" cy="947351"/>
          </a:xfrm>
        </p:grpSpPr>
        <p:sp>
          <p:nvSpPr>
            <p:cNvPr id="7" name="Rectangle à coins arrondis 6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Connecteur droit 9"/>
            <p:cNvCxnSpPr>
              <a:stCxn id="7" idx="0"/>
              <a:endCxn id="7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/>
          <p:cNvGrpSpPr/>
          <p:nvPr/>
        </p:nvGrpSpPr>
        <p:grpSpPr>
          <a:xfrm>
            <a:off x="3578191" y="140427"/>
            <a:ext cx="2298357" cy="947351"/>
            <a:chOff x="663332" y="140427"/>
            <a:chExt cx="2298357" cy="947351"/>
          </a:xfrm>
        </p:grpSpPr>
        <p:sp>
          <p:nvSpPr>
            <p:cNvPr id="16" name="Rectangle à coins arrondis 15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7" name="Connecteur droit 16"/>
            <p:cNvCxnSpPr>
              <a:stCxn id="16" idx="0"/>
              <a:endCxn id="16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/>
          <p:cNvGrpSpPr/>
          <p:nvPr/>
        </p:nvGrpSpPr>
        <p:grpSpPr>
          <a:xfrm>
            <a:off x="6593078" y="140427"/>
            <a:ext cx="2298357" cy="947351"/>
            <a:chOff x="663332" y="140427"/>
            <a:chExt cx="2298357" cy="947351"/>
          </a:xfrm>
        </p:grpSpPr>
        <p:sp>
          <p:nvSpPr>
            <p:cNvPr id="19" name="Rectangle à coins arrondis 18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" name="Connecteur droit 19"/>
            <p:cNvCxnSpPr>
              <a:stCxn id="19" idx="0"/>
              <a:endCxn id="19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e 20"/>
          <p:cNvGrpSpPr/>
          <p:nvPr/>
        </p:nvGrpSpPr>
        <p:grpSpPr>
          <a:xfrm>
            <a:off x="9564315" y="140426"/>
            <a:ext cx="2298357" cy="947351"/>
            <a:chOff x="663332" y="140427"/>
            <a:chExt cx="2298357" cy="947351"/>
          </a:xfrm>
        </p:grpSpPr>
        <p:sp>
          <p:nvSpPr>
            <p:cNvPr id="22" name="Rectangle à coins arrondis 21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3" name="Connecteur droit 22"/>
            <p:cNvCxnSpPr>
              <a:stCxn id="22" idx="0"/>
              <a:endCxn id="22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068" y="490535"/>
            <a:ext cx="231432" cy="247132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645" y="490535"/>
            <a:ext cx="231432" cy="247132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560" y="490535"/>
            <a:ext cx="231432" cy="247132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23" y="2049992"/>
            <a:ext cx="231432" cy="247132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72" y="2286392"/>
            <a:ext cx="231432" cy="247132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062" y="2409958"/>
            <a:ext cx="231432" cy="247132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375" y="366969"/>
            <a:ext cx="231432" cy="247132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285" y="2409958"/>
            <a:ext cx="231432" cy="247132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651" y="614101"/>
            <a:ext cx="231432" cy="247132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484" y="2017430"/>
            <a:ext cx="231432" cy="247132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674" y="1980270"/>
            <a:ext cx="231432" cy="247132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864" y="2409958"/>
            <a:ext cx="231432" cy="247132"/>
          </a:xfrm>
          <a:prstGeom prst="rect">
            <a:avLst/>
          </a:prstGeom>
        </p:spPr>
      </p:pic>
      <p:grpSp>
        <p:nvGrpSpPr>
          <p:cNvPr id="60" name="Groupe 59"/>
          <p:cNvGrpSpPr/>
          <p:nvPr/>
        </p:nvGrpSpPr>
        <p:grpSpPr>
          <a:xfrm>
            <a:off x="518713" y="3357308"/>
            <a:ext cx="2298357" cy="947351"/>
            <a:chOff x="663332" y="140427"/>
            <a:chExt cx="2298357" cy="947351"/>
          </a:xfrm>
        </p:grpSpPr>
        <p:sp>
          <p:nvSpPr>
            <p:cNvPr id="61" name="Rectangle à coins arrondis 60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2" name="Connecteur droit 61"/>
            <p:cNvCxnSpPr>
              <a:stCxn id="61" idx="0"/>
              <a:endCxn id="61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e 62"/>
          <p:cNvGrpSpPr/>
          <p:nvPr/>
        </p:nvGrpSpPr>
        <p:grpSpPr>
          <a:xfrm>
            <a:off x="3489950" y="3357309"/>
            <a:ext cx="2298357" cy="947351"/>
            <a:chOff x="663332" y="140427"/>
            <a:chExt cx="2298357" cy="947351"/>
          </a:xfrm>
        </p:grpSpPr>
        <p:sp>
          <p:nvSpPr>
            <p:cNvPr id="64" name="Rectangle à coins arrondis 63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5" name="Connecteur droit 64"/>
            <p:cNvCxnSpPr>
              <a:stCxn id="64" idx="0"/>
              <a:endCxn id="64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e 65"/>
          <p:cNvGrpSpPr/>
          <p:nvPr/>
        </p:nvGrpSpPr>
        <p:grpSpPr>
          <a:xfrm>
            <a:off x="6504837" y="3357309"/>
            <a:ext cx="2298357" cy="947351"/>
            <a:chOff x="663332" y="140427"/>
            <a:chExt cx="2298357" cy="947351"/>
          </a:xfrm>
        </p:grpSpPr>
        <p:sp>
          <p:nvSpPr>
            <p:cNvPr id="67" name="Rectangle à coins arrondis 66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8" name="Connecteur droit 67"/>
            <p:cNvCxnSpPr>
              <a:stCxn id="67" idx="0"/>
              <a:endCxn id="67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e 68"/>
          <p:cNvGrpSpPr/>
          <p:nvPr/>
        </p:nvGrpSpPr>
        <p:grpSpPr>
          <a:xfrm>
            <a:off x="9476074" y="3357308"/>
            <a:ext cx="2298357" cy="947351"/>
            <a:chOff x="663332" y="140427"/>
            <a:chExt cx="2298357" cy="947351"/>
          </a:xfrm>
        </p:grpSpPr>
        <p:sp>
          <p:nvSpPr>
            <p:cNvPr id="70" name="Rectangle à coins arrondis 69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1" name="Connecteur droit 70"/>
            <p:cNvCxnSpPr>
              <a:stCxn id="70" idx="0"/>
              <a:endCxn id="70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2" name="Image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40" y="3830983"/>
            <a:ext cx="231432" cy="247132"/>
          </a:xfrm>
          <a:prstGeom prst="rect">
            <a:avLst/>
          </a:prstGeom>
        </p:spPr>
      </p:pic>
      <p:grpSp>
        <p:nvGrpSpPr>
          <p:cNvPr id="73" name="Groupe 72"/>
          <p:cNvGrpSpPr/>
          <p:nvPr/>
        </p:nvGrpSpPr>
        <p:grpSpPr>
          <a:xfrm>
            <a:off x="492723" y="5019725"/>
            <a:ext cx="2298357" cy="947351"/>
            <a:chOff x="663332" y="140427"/>
            <a:chExt cx="2298357" cy="947351"/>
          </a:xfrm>
        </p:grpSpPr>
        <p:sp>
          <p:nvSpPr>
            <p:cNvPr id="74" name="Rectangle à coins arrondis 73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5" name="Connecteur droit 74"/>
            <p:cNvCxnSpPr>
              <a:stCxn id="74" idx="0"/>
              <a:endCxn id="74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e 75"/>
          <p:cNvGrpSpPr/>
          <p:nvPr/>
        </p:nvGrpSpPr>
        <p:grpSpPr>
          <a:xfrm>
            <a:off x="3463960" y="5019726"/>
            <a:ext cx="2298357" cy="947351"/>
            <a:chOff x="663332" y="140427"/>
            <a:chExt cx="2298357" cy="947351"/>
          </a:xfrm>
        </p:grpSpPr>
        <p:sp>
          <p:nvSpPr>
            <p:cNvPr id="77" name="Rectangle à coins arrondis 76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8" name="Connecteur droit 77"/>
            <p:cNvCxnSpPr>
              <a:stCxn id="77" idx="0"/>
              <a:endCxn id="77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e 78"/>
          <p:cNvGrpSpPr/>
          <p:nvPr/>
        </p:nvGrpSpPr>
        <p:grpSpPr>
          <a:xfrm>
            <a:off x="6478847" y="5019726"/>
            <a:ext cx="2298357" cy="947351"/>
            <a:chOff x="663332" y="140427"/>
            <a:chExt cx="2298357" cy="947351"/>
          </a:xfrm>
        </p:grpSpPr>
        <p:sp>
          <p:nvSpPr>
            <p:cNvPr id="80" name="Rectangle à coins arrondis 79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1" name="Connecteur droit 80"/>
            <p:cNvCxnSpPr>
              <a:stCxn id="80" idx="0"/>
              <a:endCxn id="80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e 81"/>
          <p:cNvGrpSpPr/>
          <p:nvPr/>
        </p:nvGrpSpPr>
        <p:grpSpPr>
          <a:xfrm>
            <a:off x="9450084" y="5019725"/>
            <a:ext cx="2298357" cy="947351"/>
            <a:chOff x="663332" y="140427"/>
            <a:chExt cx="2298357" cy="947351"/>
          </a:xfrm>
        </p:grpSpPr>
        <p:sp>
          <p:nvSpPr>
            <p:cNvPr id="83" name="Rectangle à coins arrondis 82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4" name="Connecteur droit 83"/>
            <p:cNvCxnSpPr>
              <a:stCxn id="83" idx="0"/>
              <a:endCxn id="83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5" name="Image 8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209" y="2019072"/>
            <a:ext cx="231432" cy="247132"/>
          </a:xfrm>
          <a:prstGeom prst="rect">
            <a:avLst/>
          </a:prstGeom>
        </p:spPr>
      </p:pic>
      <p:pic>
        <p:nvPicPr>
          <p:cNvPr id="86" name="Image 8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198" y="2427793"/>
            <a:ext cx="231432" cy="247132"/>
          </a:xfrm>
          <a:prstGeom prst="rect">
            <a:avLst/>
          </a:prstGeom>
        </p:spPr>
      </p:pic>
      <p:pic>
        <p:nvPicPr>
          <p:cNvPr id="87" name="Image 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886" y="2180661"/>
            <a:ext cx="231432" cy="247132"/>
          </a:xfrm>
          <a:prstGeom prst="rect">
            <a:avLst/>
          </a:prstGeom>
        </p:spPr>
      </p:pic>
      <p:pic>
        <p:nvPicPr>
          <p:cNvPr id="88" name="Image 8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361" y="2420690"/>
            <a:ext cx="231432" cy="247132"/>
          </a:xfrm>
          <a:prstGeom prst="rect">
            <a:avLst/>
          </a:prstGeom>
        </p:spPr>
      </p:pic>
      <p:pic>
        <p:nvPicPr>
          <p:cNvPr id="89" name="Image 8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904" y="2427793"/>
            <a:ext cx="231432" cy="247132"/>
          </a:xfrm>
          <a:prstGeom prst="rect">
            <a:avLst/>
          </a:prstGeom>
        </p:spPr>
      </p:pic>
      <p:pic>
        <p:nvPicPr>
          <p:cNvPr id="90" name="Image 8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819" y="2033447"/>
            <a:ext cx="231432" cy="247132"/>
          </a:xfrm>
          <a:prstGeom prst="rect">
            <a:avLst/>
          </a:prstGeom>
        </p:spPr>
      </p:pic>
      <p:pic>
        <p:nvPicPr>
          <p:cNvPr id="91" name="Image 9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1939" y="2395110"/>
            <a:ext cx="231432" cy="247132"/>
          </a:xfrm>
          <a:prstGeom prst="rect">
            <a:avLst/>
          </a:prstGeom>
        </p:spPr>
      </p:pic>
      <p:pic>
        <p:nvPicPr>
          <p:cNvPr id="92" name="Image 9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921" y="3583851"/>
            <a:ext cx="231432" cy="247132"/>
          </a:xfrm>
          <a:prstGeom prst="rect">
            <a:avLst/>
          </a:prstGeom>
        </p:spPr>
      </p:pic>
      <p:pic>
        <p:nvPicPr>
          <p:cNvPr id="93" name="Image 9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810" y="3954549"/>
            <a:ext cx="231432" cy="247132"/>
          </a:xfrm>
          <a:prstGeom prst="rect">
            <a:avLst/>
          </a:prstGeom>
        </p:spPr>
      </p:pic>
      <p:pic>
        <p:nvPicPr>
          <p:cNvPr id="94" name="Image 9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413" y="3954549"/>
            <a:ext cx="231432" cy="247132"/>
          </a:xfrm>
          <a:prstGeom prst="rect">
            <a:avLst/>
          </a:prstGeom>
        </p:spPr>
      </p:pic>
      <p:pic>
        <p:nvPicPr>
          <p:cNvPr id="95" name="Image 9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15" y="3514261"/>
            <a:ext cx="231432" cy="247132"/>
          </a:xfrm>
          <a:prstGeom prst="rect">
            <a:avLst/>
          </a:prstGeom>
        </p:spPr>
      </p:pic>
      <p:pic>
        <p:nvPicPr>
          <p:cNvPr id="96" name="Image 9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572" y="3504764"/>
            <a:ext cx="231432" cy="247132"/>
          </a:xfrm>
          <a:prstGeom prst="rect">
            <a:avLst/>
          </a:prstGeom>
        </p:spPr>
      </p:pic>
      <p:pic>
        <p:nvPicPr>
          <p:cNvPr id="97" name="Image 9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00" y="3928340"/>
            <a:ext cx="231432" cy="247132"/>
          </a:xfrm>
          <a:prstGeom prst="rect">
            <a:avLst/>
          </a:prstGeom>
        </p:spPr>
      </p:pic>
      <p:pic>
        <p:nvPicPr>
          <p:cNvPr id="98" name="Image 9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191" y="3942613"/>
            <a:ext cx="231432" cy="247132"/>
          </a:xfrm>
          <a:prstGeom prst="rect">
            <a:avLst/>
          </a:prstGeom>
        </p:spPr>
      </p:pic>
      <p:pic>
        <p:nvPicPr>
          <p:cNvPr id="99" name="Image 9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062" y="3528455"/>
            <a:ext cx="231432" cy="247132"/>
          </a:xfrm>
          <a:prstGeom prst="rect">
            <a:avLst/>
          </a:prstGeom>
        </p:spPr>
      </p:pic>
      <p:pic>
        <p:nvPicPr>
          <p:cNvPr id="100" name="Image 9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32" y="3945885"/>
            <a:ext cx="231432" cy="247132"/>
          </a:xfrm>
          <a:prstGeom prst="rect">
            <a:avLst/>
          </a:prstGeom>
        </p:spPr>
      </p:pic>
      <p:pic>
        <p:nvPicPr>
          <p:cNvPr id="101" name="Image 10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336" y="3964055"/>
            <a:ext cx="231432" cy="247132"/>
          </a:xfrm>
          <a:prstGeom prst="rect">
            <a:avLst/>
          </a:prstGeom>
        </p:spPr>
      </p:pic>
      <p:pic>
        <p:nvPicPr>
          <p:cNvPr id="102" name="Image 10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419" y="3490705"/>
            <a:ext cx="231432" cy="247132"/>
          </a:xfrm>
          <a:prstGeom prst="rect">
            <a:avLst/>
          </a:prstGeom>
        </p:spPr>
      </p:pic>
      <p:pic>
        <p:nvPicPr>
          <p:cNvPr id="103" name="Image 10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8" y="4051906"/>
            <a:ext cx="231432" cy="247132"/>
          </a:xfrm>
          <a:prstGeom prst="rect">
            <a:avLst/>
          </a:prstGeom>
        </p:spPr>
      </p:pic>
      <p:pic>
        <p:nvPicPr>
          <p:cNvPr id="104" name="Image 10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657" y="3485413"/>
            <a:ext cx="231432" cy="247132"/>
          </a:xfrm>
          <a:prstGeom prst="rect">
            <a:avLst/>
          </a:prstGeom>
        </p:spPr>
      </p:pic>
      <p:pic>
        <p:nvPicPr>
          <p:cNvPr id="105" name="Image 10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74" y="4031796"/>
            <a:ext cx="231432" cy="247132"/>
          </a:xfrm>
          <a:prstGeom prst="rect">
            <a:avLst/>
          </a:prstGeom>
        </p:spPr>
      </p:pic>
      <p:pic>
        <p:nvPicPr>
          <p:cNvPr id="106" name="Image 10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679" y="3728052"/>
            <a:ext cx="231432" cy="247132"/>
          </a:xfrm>
          <a:prstGeom prst="rect">
            <a:avLst/>
          </a:prstGeom>
        </p:spPr>
      </p:pic>
      <p:pic>
        <p:nvPicPr>
          <p:cNvPr id="107" name="Image 10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92" y="3465260"/>
            <a:ext cx="231432" cy="247132"/>
          </a:xfrm>
          <a:prstGeom prst="rect">
            <a:avLst/>
          </a:prstGeom>
        </p:spPr>
      </p:pic>
      <p:pic>
        <p:nvPicPr>
          <p:cNvPr id="108" name="Image 10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012" y="3975184"/>
            <a:ext cx="231432" cy="247132"/>
          </a:xfrm>
          <a:prstGeom prst="rect">
            <a:avLst/>
          </a:prstGeom>
        </p:spPr>
      </p:pic>
      <p:pic>
        <p:nvPicPr>
          <p:cNvPr id="109" name="Image 10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92" y="3975184"/>
            <a:ext cx="231432" cy="247132"/>
          </a:xfrm>
          <a:prstGeom prst="rect">
            <a:avLst/>
          </a:prstGeom>
        </p:spPr>
      </p:pic>
      <p:pic>
        <p:nvPicPr>
          <p:cNvPr id="110" name="Image 10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641" y="3460285"/>
            <a:ext cx="231432" cy="247132"/>
          </a:xfrm>
          <a:prstGeom prst="rect">
            <a:avLst/>
          </a:prstGeom>
        </p:spPr>
      </p:pic>
      <p:pic>
        <p:nvPicPr>
          <p:cNvPr id="111" name="Image 1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826" y="5598354"/>
            <a:ext cx="231432" cy="247132"/>
          </a:xfrm>
          <a:prstGeom prst="rect">
            <a:avLst/>
          </a:prstGeom>
        </p:spPr>
      </p:pic>
      <p:pic>
        <p:nvPicPr>
          <p:cNvPr id="112" name="Image 1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947" y="5595341"/>
            <a:ext cx="231432" cy="247132"/>
          </a:xfrm>
          <a:prstGeom prst="rect">
            <a:avLst/>
          </a:prstGeom>
        </p:spPr>
      </p:pic>
      <p:pic>
        <p:nvPicPr>
          <p:cNvPr id="113" name="Image 1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513" y="5183967"/>
            <a:ext cx="231432" cy="247132"/>
          </a:xfrm>
          <a:prstGeom prst="rect">
            <a:avLst/>
          </a:prstGeom>
        </p:spPr>
      </p:pic>
      <p:pic>
        <p:nvPicPr>
          <p:cNvPr id="114" name="Image 1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108" y="5183967"/>
            <a:ext cx="231432" cy="247132"/>
          </a:xfrm>
          <a:prstGeom prst="rect">
            <a:avLst/>
          </a:prstGeom>
        </p:spPr>
      </p:pic>
      <p:pic>
        <p:nvPicPr>
          <p:cNvPr id="115" name="Image 1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84" y="5183967"/>
            <a:ext cx="231432" cy="247132"/>
          </a:xfrm>
          <a:prstGeom prst="rect">
            <a:avLst/>
          </a:prstGeom>
        </p:spPr>
      </p:pic>
      <p:pic>
        <p:nvPicPr>
          <p:cNvPr id="116" name="Image 1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56" y="5431099"/>
            <a:ext cx="231432" cy="247132"/>
          </a:xfrm>
          <a:prstGeom prst="rect">
            <a:avLst/>
          </a:prstGeom>
        </p:spPr>
      </p:pic>
      <p:pic>
        <p:nvPicPr>
          <p:cNvPr id="117" name="Image 1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18" y="5431099"/>
            <a:ext cx="231432" cy="247132"/>
          </a:xfrm>
          <a:prstGeom prst="rect">
            <a:avLst/>
          </a:prstGeom>
        </p:spPr>
      </p:pic>
      <p:pic>
        <p:nvPicPr>
          <p:cNvPr id="119" name="Image 1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516" y="5582522"/>
            <a:ext cx="231432" cy="247132"/>
          </a:xfrm>
          <a:prstGeom prst="rect">
            <a:avLst/>
          </a:prstGeom>
        </p:spPr>
      </p:pic>
      <p:pic>
        <p:nvPicPr>
          <p:cNvPr id="120" name="Image 1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726" y="5592067"/>
            <a:ext cx="231432" cy="247132"/>
          </a:xfrm>
          <a:prstGeom prst="rect">
            <a:avLst/>
          </a:prstGeom>
        </p:spPr>
      </p:pic>
      <p:pic>
        <p:nvPicPr>
          <p:cNvPr id="121" name="Image 1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01" y="5183967"/>
            <a:ext cx="231432" cy="247132"/>
          </a:xfrm>
          <a:prstGeom prst="rect">
            <a:avLst/>
          </a:prstGeom>
        </p:spPr>
      </p:pic>
      <p:pic>
        <p:nvPicPr>
          <p:cNvPr id="122" name="Image 1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04" y="5615622"/>
            <a:ext cx="231432" cy="247132"/>
          </a:xfrm>
          <a:prstGeom prst="rect">
            <a:avLst/>
          </a:prstGeom>
        </p:spPr>
      </p:pic>
      <p:pic>
        <p:nvPicPr>
          <p:cNvPr id="123" name="Image 1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714" y="5200650"/>
            <a:ext cx="231432" cy="247132"/>
          </a:xfrm>
          <a:prstGeom prst="rect">
            <a:avLst/>
          </a:prstGeom>
        </p:spPr>
      </p:pic>
      <p:pic>
        <p:nvPicPr>
          <p:cNvPr id="124" name="Image 1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01" y="5615622"/>
            <a:ext cx="231432" cy="247132"/>
          </a:xfrm>
          <a:prstGeom prst="rect">
            <a:avLst/>
          </a:prstGeom>
        </p:spPr>
      </p:pic>
      <p:pic>
        <p:nvPicPr>
          <p:cNvPr id="125" name="Image 1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276" y="5200650"/>
            <a:ext cx="231432" cy="247132"/>
          </a:xfrm>
          <a:prstGeom prst="rect">
            <a:avLst/>
          </a:prstGeom>
        </p:spPr>
      </p:pic>
      <p:pic>
        <p:nvPicPr>
          <p:cNvPr id="126" name="Image 1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443" y="5204663"/>
            <a:ext cx="231432" cy="247132"/>
          </a:xfrm>
          <a:prstGeom prst="rect">
            <a:avLst/>
          </a:prstGeom>
        </p:spPr>
      </p:pic>
      <p:pic>
        <p:nvPicPr>
          <p:cNvPr id="127" name="Image 1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870" y="5598536"/>
            <a:ext cx="231432" cy="247132"/>
          </a:xfrm>
          <a:prstGeom prst="rect">
            <a:avLst/>
          </a:prstGeom>
        </p:spPr>
      </p:pic>
      <p:pic>
        <p:nvPicPr>
          <p:cNvPr id="128" name="Image 1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512" y="5637657"/>
            <a:ext cx="231432" cy="247132"/>
          </a:xfrm>
          <a:prstGeom prst="rect">
            <a:avLst/>
          </a:prstGeom>
        </p:spPr>
      </p:pic>
      <p:pic>
        <p:nvPicPr>
          <p:cNvPr id="129" name="Image 1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904" y="5183967"/>
            <a:ext cx="231432" cy="247132"/>
          </a:xfrm>
          <a:prstGeom prst="rect">
            <a:avLst/>
          </a:prstGeom>
        </p:spPr>
      </p:pic>
      <p:pic>
        <p:nvPicPr>
          <p:cNvPr id="130" name="Image 1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161" y="5624253"/>
            <a:ext cx="231432" cy="247132"/>
          </a:xfrm>
          <a:prstGeom prst="rect">
            <a:avLst/>
          </a:prstGeom>
        </p:spPr>
      </p:pic>
      <p:pic>
        <p:nvPicPr>
          <p:cNvPr id="131" name="Image 1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361" y="5637657"/>
            <a:ext cx="231432" cy="247132"/>
          </a:xfrm>
          <a:prstGeom prst="rect">
            <a:avLst/>
          </a:prstGeom>
        </p:spPr>
      </p:pic>
      <p:pic>
        <p:nvPicPr>
          <p:cNvPr id="132" name="Image 1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361" y="5170891"/>
            <a:ext cx="231432" cy="247132"/>
          </a:xfrm>
          <a:prstGeom prst="rect">
            <a:avLst/>
          </a:prstGeom>
        </p:spPr>
      </p:pic>
      <p:pic>
        <p:nvPicPr>
          <p:cNvPr id="133" name="Image 1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804" y="5158399"/>
            <a:ext cx="231432" cy="247132"/>
          </a:xfrm>
          <a:prstGeom prst="rect">
            <a:avLst/>
          </a:prstGeom>
        </p:spPr>
      </p:pic>
      <p:pic>
        <p:nvPicPr>
          <p:cNvPr id="134" name="Image 1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093" y="5666899"/>
            <a:ext cx="231432" cy="247132"/>
          </a:xfrm>
          <a:prstGeom prst="rect">
            <a:avLst/>
          </a:prstGeom>
        </p:spPr>
      </p:pic>
      <p:pic>
        <p:nvPicPr>
          <p:cNvPr id="135" name="Image 1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1939" y="5654044"/>
            <a:ext cx="231432" cy="247132"/>
          </a:xfrm>
          <a:prstGeom prst="rect">
            <a:avLst/>
          </a:prstGeom>
        </p:spPr>
      </p:pic>
      <p:pic>
        <p:nvPicPr>
          <p:cNvPr id="136" name="Image 1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576" y="5216067"/>
            <a:ext cx="231432" cy="247132"/>
          </a:xfrm>
          <a:prstGeom prst="rect">
            <a:avLst/>
          </a:prstGeom>
        </p:spPr>
      </p:pic>
      <p:pic>
        <p:nvPicPr>
          <p:cNvPr id="137" name="Image 1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419" y="5431099"/>
            <a:ext cx="231432" cy="2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2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e 199"/>
          <p:cNvGrpSpPr/>
          <p:nvPr/>
        </p:nvGrpSpPr>
        <p:grpSpPr>
          <a:xfrm>
            <a:off x="239172" y="3604645"/>
            <a:ext cx="2298357" cy="947351"/>
            <a:chOff x="663332" y="140427"/>
            <a:chExt cx="2298357" cy="947351"/>
          </a:xfrm>
        </p:grpSpPr>
        <p:sp>
          <p:nvSpPr>
            <p:cNvPr id="201" name="Rectangle à coins arrondis 200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2" name="Connecteur droit 201"/>
            <p:cNvCxnSpPr>
              <a:stCxn id="201" idx="0"/>
              <a:endCxn id="201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e 1"/>
          <p:cNvGrpSpPr/>
          <p:nvPr/>
        </p:nvGrpSpPr>
        <p:grpSpPr>
          <a:xfrm>
            <a:off x="266895" y="343222"/>
            <a:ext cx="2298357" cy="947351"/>
            <a:chOff x="663332" y="140427"/>
            <a:chExt cx="2298357" cy="947351"/>
          </a:xfrm>
        </p:grpSpPr>
        <p:sp>
          <p:nvSpPr>
            <p:cNvPr id="3" name="Rectangle à coins arrondis 2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" name="Connecteur droit 3"/>
            <p:cNvCxnSpPr>
              <a:stCxn id="3" idx="0"/>
              <a:endCxn id="3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615" y="481896"/>
            <a:ext cx="231432" cy="24713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04" y="990396"/>
            <a:ext cx="231432" cy="24713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750" y="977541"/>
            <a:ext cx="231432" cy="24713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387" y="539564"/>
            <a:ext cx="231432" cy="24713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230" y="754596"/>
            <a:ext cx="231432" cy="247132"/>
          </a:xfrm>
          <a:prstGeom prst="rect">
            <a:avLst/>
          </a:prstGeom>
        </p:spPr>
      </p:pic>
      <p:grpSp>
        <p:nvGrpSpPr>
          <p:cNvPr id="74" name="Groupe 73"/>
          <p:cNvGrpSpPr/>
          <p:nvPr/>
        </p:nvGrpSpPr>
        <p:grpSpPr>
          <a:xfrm>
            <a:off x="3427566" y="343222"/>
            <a:ext cx="2298357" cy="947351"/>
            <a:chOff x="663332" y="140427"/>
            <a:chExt cx="2298357" cy="947351"/>
          </a:xfrm>
        </p:grpSpPr>
        <p:sp>
          <p:nvSpPr>
            <p:cNvPr id="75" name="Rectangle à coins arrondis 74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6" name="Connecteur droit 75"/>
            <p:cNvCxnSpPr>
              <a:stCxn id="75" idx="0"/>
              <a:endCxn id="75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7" name="Image 7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970" y="480179"/>
            <a:ext cx="231432" cy="247132"/>
          </a:xfrm>
          <a:prstGeom prst="rect">
            <a:avLst/>
          </a:prstGeom>
        </p:spPr>
      </p:pic>
      <p:pic>
        <p:nvPicPr>
          <p:cNvPr id="78" name="Image 7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583" y="999498"/>
            <a:ext cx="231432" cy="247132"/>
          </a:xfrm>
          <a:prstGeom prst="rect">
            <a:avLst/>
          </a:prstGeom>
        </p:spPr>
      </p:pic>
      <p:pic>
        <p:nvPicPr>
          <p:cNvPr id="79" name="Image 7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190" y="990396"/>
            <a:ext cx="231432" cy="247132"/>
          </a:xfrm>
          <a:prstGeom prst="rect">
            <a:avLst/>
          </a:prstGeom>
        </p:spPr>
      </p:pic>
      <p:pic>
        <p:nvPicPr>
          <p:cNvPr id="80" name="Image 7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344" y="477103"/>
            <a:ext cx="231432" cy="247132"/>
          </a:xfrm>
          <a:prstGeom prst="rect">
            <a:avLst/>
          </a:prstGeom>
        </p:spPr>
      </p:pic>
      <p:pic>
        <p:nvPicPr>
          <p:cNvPr id="81" name="Image 8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822" y="757547"/>
            <a:ext cx="231432" cy="247132"/>
          </a:xfrm>
          <a:prstGeom prst="rect">
            <a:avLst/>
          </a:prstGeom>
        </p:spPr>
      </p:pic>
      <p:grpSp>
        <p:nvGrpSpPr>
          <p:cNvPr id="98" name="Groupe 97"/>
          <p:cNvGrpSpPr/>
          <p:nvPr/>
        </p:nvGrpSpPr>
        <p:grpSpPr>
          <a:xfrm>
            <a:off x="6644725" y="343222"/>
            <a:ext cx="2298357" cy="947351"/>
            <a:chOff x="663332" y="140427"/>
            <a:chExt cx="2298357" cy="947351"/>
          </a:xfrm>
        </p:grpSpPr>
        <p:sp>
          <p:nvSpPr>
            <p:cNvPr id="99" name="Rectangle à coins arrondis 98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0" name="Connecteur droit 99"/>
            <p:cNvCxnSpPr>
              <a:stCxn id="99" idx="0"/>
              <a:endCxn id="99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1" name="Image 10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445" y="481896"/>
            <a:ext cx="231432" cy="247132"/>
          </a:xfrm>
          <a:prstGeom prst="rect">
            <a:avLst/>
          </a:prstGeom>
        </p:spPr>
      </p:pic>
      <p:pic>
        <p:nvPicPr>
          <p:cNvPr id="102" name="Image 10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734" y="990396"/>
            <a:ext cx="231432" cy="247132"/>
          </a:xfrm>
          <a:prstGeom prst="rect">
            <a:avLst/>
          </a:prstGeom>
        </p:spPr>
      </p:pic>
      <p:pic>
        <p:nvPicPr>
          <p:cNvPr id="103" name="Image 10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580" y="977541"/>
            <a:ext cx="231432" cy="247132"/>
          </a:xfrm>
          <a:prstGeom prst="rect">
            <a:avLst/>
          </a:prstGeom>
        </p:spPr>
      </p:pic>
      <p:pic>
        <p:nvPicPr>
          <p:cNvPr id="104" name="Image 10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217" y="539564"/>
            <a:ext cx="231432" cy="247132"/>
          </a:xfrm>
          <a:prstGeom prst="rect">
            <a:avLst/>
          </a:prstGeom>
        </p:spPr>
      </p:pic>
      <p:pic>
        <p:nvPicPr>
          <p:cNvPr id="105" name="Image 10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060" y="754596"/>
            <a:ext cx="231432" cy="247132"/>
          </a:xfrm>
          <a:prstGeom prst="rect">
            <a:avLst/>
          </a:prstGeom>
        </p:spPr>
      </p:pic>
      <p:grpSp>
        <p:nvGrpSpPr>
          <p:cNvPr id="109" name="Groupe 108"/>
          <p:cNvGrpSpPr/>
          <p:nvPr/>
        </p:nvGrpSpPr>
        <p:grpSpPr>
          <a:xfrm>
            <a:off x="9702394" y="313020"/>
            <a:ext cx="2298357" cy="947351"/>
            <a:chOff x="663332" y="140427"/>
            <a:chExt cx="2298357" cy="947351"/>
          </a:xfrm>
        </p:grpSpPr>
        <p:sp>
          <p:nvSpPr>
            <p:cNvPr id="110" name="Rectangle à coins arrondis 109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1" name="Connecteur droit 110"/>
            <p:cNvCxnSpPr>
              <a:stCxn id="110" idx="0"/>
              <a:endCxn id="110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" name="Image 1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114" y="451694"/>
            <a:ext cx="231432" cy="247132"/>
          </a:xfrm>
          <a:prstGeom prst="rect">
            <a:avLst/>
          </a:prstGeom>
        </p:spPr>
      </p:pic>
      <p:pic>
        <p:nvPicPr>
          <p:cNvPr id="113" name="Image 1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403" y="960194"/>
            <a:ext cx="231432" cy="247132"/>
          </a:xfrm>
          <a:prstGeom prst="rect">
            <a:avLst/>
          </a:prstGeom>
        </p:spPr>
      </p:pic>
      <p:pic>
        <p:nvPicPr>
          <p:cNvPr id="114" name="Image 1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249" y="947339"/>
            <a:ext cx="231432" cy="247132"/>
          </a:xfrm>
          <a:prstGeom prst="rect">
            <a:avLst/>
          </a:prstGeom>
        </p:spPr>
      </p:pic>
      <p:pic>
        <p:nvPicPr>
          <p:cNvPr id="115" name="Image 1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886" y="509362"/>
            <a:ext cx="231432" cy="247132"/>
          </a:xfrm>
          <a:prstGeom prst="rect">
            <a:avLst/>
          </a:prstGeom>
        </p:spPr>
      </p:pic>
      <p:pic>
        <p:nvPicPr>
          <p:cNvPr id="116" name="Image 1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729" y="724394"/>
            <a:ext cx="231432" cy="247132"/>
          </a:xfrm>
          <a:prstGeom prst="rect">
            <a:avLst/>
          </a:prstGeom>
        </p:spPr>
      </p:pic>
      <p:pic>
        <p:nvPicPr>
          <p:cNvPr id="117" name="Image 1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27" y="695532"/>
            <a:ext cx="231432" cy="247132"/>
          </a:xfrm>
          <a:prstGeom prst="rect">
            <a:avLst/>
          </a:prstGeom>
        </p:spPr>
      </p:pic>
      <p:pic>
        <p:nvPicPr>
          <p:cNvPr id="118" name="Image 1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087" y="556480"/>
            <a:ext cx="231432" cy="247132"/>
          </a:xfrm>
          <a:prstGeom prst="rect">
            <a:avLst/>
          </a:prstGeom>
        </p:spPr>
      </p:pic>
      <p:pic>
        <p:nvPicPr>
          <p:cNvPr id="119" name="Image 1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17" y="847960"/>
            <a:ext cx="231432" cy="247132"/>
          </a:xfrm>
          <a:prstGeom prst="rect">
            <a:avLst/>
          </a:prstGeom>
        </p:spPr>
      </p:pic>
      <p:pic>
        <p:nvPicPr>
          <p:cNvPr id="120" name="Image 1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81" y="480586"/>
            <a:ext cx="231432" cy="247132"/>
          </a:xfrm>
          <a:prstGeom prst="rect">
            <a:avLst/>
          </a:prstGeom>
        </p:spPr>
      </p:pic>
      <p:pic>
        <p:nvPicPr>
          <p:cNvPr id="121" name="Image 1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102" y="922182"/>
            <a:ext cx="231432" cy="247132"/>
          </a:xfrm>
          <a:prstGeom prst="rect">
            <a:avLst/>
          </a:prstGeom>
        </p:spPr>
      </p:pic>
      <p:pic>
        <p:nvPicPr>
          <p:cNvPr id="122" name="Image 1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232" y="922182"/>
            <a:ext cx="231432" cy="247132"/>
          </a:xfrm>
          <a:prstGeom prst="rect">
            <a:avLst/>
          </a:prstGeom>
        </p:spPr>
      </p:pic>
      <p:pic>
        <p:nvPicPr>
          <p:cNvPr id="123" name="Image 1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884" y="457472"/>
            <a:ext cx="231432" cy="247132"/>
          </a:xfrm>
          <a:prstGeom prst="rect">
            <a:avLst/>
          </a:prstGeom>
        </p:spPr>
      </p:pic>
      <p:pic>
        <p:nvPicPr>
          <p:cNvPr id="125" name="Image 1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264" y="947339"/>
            <a:ext cx="231432" cy="247132"/>
          </a:xfrm>
          <a:prstGeom prst="rect">
            <a:avLst/>
          </a:prstGeom>
        </p:spPr>
      </p:pic>
      <p:pic>
        <p:nvPicPr>
          <p:cNvPr id="126" name="Image 1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790" y="460673"/>
            <a:ext cx="231432" cy="247132"/>
          </a:xfrm>
          <a:prstGeom prst="rect">
            <a:avLst/>
          </a:prstGeom>
        </p:spPr>
      </p:pic>
      <p:pic>
        <p:nvPicPr>
          <p:cNvPr id="127" name="Image 1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903" y="922182"/>
            <a:ext cx="231432" cy="247132"/>
          </a:xfrm>
          <a:prstGeom prst="rect">
            <a:avLst/>
          </a:prstGeom>
        </p:spPr>
      </p:pic>
      <p:grpSp>
        <p:nvGrpSpPr>
          <p:cNvPr id="128" name="Groupe 127"/>
          <p:cNvGrpSpPr/>
          <p:nvPr/>
        </p:nvGrpSpPr>
        <p:grpSpPr>
          <a:xfrm>
            <a:off x="239172" y="1830865"/>
            <a:ext cx="2298357" cy="947351"/>
            <a:chOff x="663332" y="140427"/>
            <a:chExt cx="2298357" cy="947351"/>
          </a:xfrm>
        </p:grpSpPr>
        <p:sp>
          <p:nvSpPr>
            <p:cNvPr id="129" name="Rectangle à coins arrondis 128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0" name="Connecteur droit 129"/>
            <p:cNvCxnSpPr>
              <a:stCxn id="129" idx="0"/>
              <a:endCxn id="129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Image 1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892" y="1969539"/>
            <a:ext cx="231432" cy="247132"/>
          </a:xfrm>
          <a:prstGeom prst="rect">
            <a:avLst/>
          </a:prstGeom>
        </p:spPr>
      </p:pic>
      <p:pic>
        <p:nvPicPr>
          <p:cNvPr id="132" name="Image 1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181" y="2478039"/>
            <a:ext cx="231432" cy="247132"/>
          </a:xfrm>
          <a:prstGeom prst="rect">
            <a:avLst/>
          </a:prstGeom>
        </p:spPr>
      </p:pic>
      <p:pic>
        <p:nvPicPr>
          <p:cNvPr id="133" name="Image 1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027" y="2465184"/>
            <a:ext cx="231432" cy="247132"/>
          </a:xfrm>
          <a:prstGeom prst="rect">
            <a:avLst/>
          </a:prstGeom>
        </p:spPr>
      </p:pic>
      <p:pic>
        <p:nvPicPr>
          <p:cNvPr id="134" name="Image 1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664" y="2027207"/>
            <a:ext cx="231432" cy="247132"/>
          </a:xfrm>
          <a:prstGeom prst="rect">
            <a:avLst/>
          </a:prstGeom>
        </p:spPr>
      </p:pic>
      <p:pic>
        <p:nvPicPr>
          <p:cNvPr id="135" name="Image 1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570" y="2189987"/>
            <a:ext cx="231432" cy="247132"/>
          </a:xfrm>
          <a:prstGeom prst="rect">
            <a:avLst/>
          </a:prstGeom>
        </p:spPr>
      </p:pic>
      <p:pic>
        <p:nvPicPr>
          <p:cNvPr id="136" name="Image 1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62" y="1975317"/>
            <a:ext cx="231432" cy="247132"/>
          </a:xfrm>
          <a:prstGeom prst="rect">
            <a:avLst/>
          </a:prstGeom>
        </p:spPr>
      </p:pic>
      <p:pic>
        <p:nvPicPr>
          <p:cNvPr id="137" name="Image 1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42" y="2465184"/>
            <a:ext cx="231432" cy="247132"/>
          </a:xfrm>
          <a:prstGeom prst="rect">
            <a:avLst/>
          </a:prstGeom>
        </p:spPr>
      </p:pic>
      <p:pic>
        <p:nvPicPr>
          <p:cNvPr id="138" name="Image 1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68" y="1978518"/>
            <a:ext cx="231432" cy="247132"/>
          </a:xfrm>
          <a:prstGeom prst="rect">
            <a:avLst/>
          </a:prstGeom>
        </p:spPr>
      </p:pic>
      <p:pic>
        <p:nvPicPr>
          <p:cNvPr id="139" name="Image 1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81" y="2440027"/>
            <a:ext cx="231432" cy="247132"/>
          </a:xfrm>
          <a:prstGeom prst="rect">
            <a:avLst/>
          </a:prstGeom>
        </p:spPr>
      </p:pic>
      <p:pic>
        <p:nvPicPr>
          <p:cNvPr id="140" name="Image 1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77" y="2240274"/>
            <a:ext cx="231432" cy="247132"/>
          </a:xfrm>
          <a:prstGeom prst="rect">
            <a:avLst/>
          </a:prstGeom>
        </p:spPr>
      </p:pic>
      <p:grpSp>
        <p:nvGrpSpPr>
          <p:cNvPr id="141" name="Groupe 140"/>
          <p:cNvGrpSpPr/>
          <p:nvPr/>
        </p:nvGrpSpPr>
        <p:grpSpPr>
          <a:xfrm>
            <a:off x="3421486" y="1884702"/>
            <a:ext cx="2298357" cy="947351"/>
            <a:chOff x="663332" y="140427"/>
            <a:chExt cx="2298357" cy="947351"/>
          </a:xfrm>
        </p:grpSpPr>
        <p:sp>
          <p:nvSpPr>
            <p:cNvPr id="142" name="Rectangle à coins arrondis 141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3" name="Connecteur droit 142"/>
            <p:cNvCxnSpPr>
              <a:stCxn id="142" idx="0"/>
              <a:endCxn id="142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4" name="Image 1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206" y="2036439"/>
            <a:ext cx="231432" cy="247132"/>
          </a:xfrm>
          <a:prstGeom prst="rect">
            <a:avLst/>
          </a:prstGeom>
        </p:spPr>
      </p:pic>
      <p:pic>
        <p:nvPicPr>
          <p:cNvPr id="145" name="Image 1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495" y="2505750"/>
            <a:ext cx="231432" cy="247132"/>
          </a:xfrm>
          <a:prstGeom prst="rect">
            <a:avLst/>
          </a:prstGeom>
        </p:spPr>
      </p:pic>
      <p:pic>
        <p:nvPicPr>
          <p:cNvPr id="146" name="Image 1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341" y="2519021"/>
            <a:ext cx="231432" cy="247132"/>
          </a:xfrm>
          <a:prstGeom prst="rect">
            <a:avLst/>
          </a:prstGeom>
        </p:spPr>
      </p:pic>
      <p:pic>
        <p:nvPicPr>
          <p:cNvPr id="147" name="Image 1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575" y="2054979"/>
            <a:ext cx="231432" cy="247132"/>
          </a:xfrm>
          <a:prstGeom prst="rect">
            <a:avLst/>
          </a:prstGeom>
        </p:spPr>
      </p:pic>
      <p:pic>
        <p:nvPicPr>
          <p:cNvPr id="148" name="Image 1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080" y="2507971"/>
            <a:ext cx="231432" cy="247132"/>
          </a:xfrm>
          <a:prstGeom prst="rect">
            <a:avLst/>
          </a:prstGeom>
        </p:spPr>
      </p:pic>
      <p:pic>
        <p:nvPicPr>
          <p:cNvPr id="154" name="Image 15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659" y="2057408"/>
            <a:ext cx="231432" cy="247132"/>
          </a:xfrm>
          <a:prstGeom prst="rect">
            <a:avLst/>
          </a:prstGeom>
        </p:spPr>
      </p:pic>
      <p:grpSp>
        <p:nvGrpSpPr>
          <p:cNvPr id="155" name="Groupe 154"/>
          <p:cNvGrpSpPr/>
          <p:nvPr/>
        </p:nvGrpSpPr>
        <p:grpSpPr>
          <a:xfrm>
            <a:off x="6603800" y="1840975"/>
            <a:ext cx="2298357" cy="947351"/>
            <a:chOff x="663332" y="140427"/>
            <a:chExt cx="2298357" cy="947351"/>
          </a:xfrm>
        </p:grpSpPr>
        <p:sp>
          <p:nvSpPr>
            <p:cNvPr id="156" name="Rectangle à coins arrondis 155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57" name="Connecteur droit 156"/>
            <p:cNvCxnSpPr>
              <a:stCxn id="156" idx="0"/>
              <a:endCxn id="156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8" name="Image 15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520" y="1992712"/>
            <a:ext cx="231432" cy="247132"/>
          </a:xfrm>
          <a:prstGeom prst="rect">
            <a:avLst/>
          </a:prstGeom>
        </p:spPr>
      </p:pic>
      <p:pic>
        <p:nvPicPr>
          <p:cNvPr id="159" name="Image 15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809" y="2462023"/>
            <a:ext cx="231432" cy="247132"/>
          </a:xfrm>
          <a:prstGeom prst="rect">
            <a:avLst/>
          </a:prstGeom>
        </p:spPr>
      </p:pic>
      <p:pic>
        <p:nvPicPr>
          <p:cNvPr id="160" name="Image 1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55" y="2475294"/>
            <a:ext cx="231432" cy="247132"/>
          </a:xfrm>
          <a:prstGeom prst="rect">
            <a:avLst/>
          </a:prstGeom>
        </p:spPr>
      </p:pic>
      <p:pic>
        <p:nvPicPr>
          <p:cNvPr id="161" name="Image 1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889" y="2011252"/>
            <a:ext cx="231432" cy="247132"/>
          </a:xfrm>
          <a:prstGeom prst="rect">
            <a:avLst/>
          </a:prstGeom>
        </p:spPr>
      </p:pic>
      <p:pic>
        <p:nvPicPr>
          <p:cNvPr id="162" name="Image 1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394" y="2464244"/>
            <a:ext cx="231432" cy="247132"/>
          </a:xfrm>
          <a:prstGeom prst="rect">
            <a:avLst/>
          </a:prstGeom>
        </p:spPr>
      </p:pic>
      <p:pic>
        <p:nvPicPr>
          <p:cNvPr id="163" name="Image 16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973" y="2013681"/>
            <a:ext cx="231432" cy="247132"/>
          </a:xfrm>
          <a:prstGeom prst="rect">
            <a:avLst/>
          </a:prstGeom>
        </p:spPr>
      </p:pic>
      <p:grpSp>
        <p:nvGrpSpPr>
          <p:cNvPr id="185" name="Groupe 184"/>
          <p:cNvGrpSpPr/>
          <p:nvPr/>
        </p:nvGrpSpPr>
        <p:grpSpPr>
          <a:xfrm>
            <a:off x="9716923" y="1879019"/>
            <a:ext cx="2298357" cy="947351"/>
            <a:chOff x="663332" y="140427"/>
            <a:chExt cx="2298357" cy="947351"/>
          </a:xfrm>
        </p:grpSpPr>
        <p:sp>
          <p:nvSpPr>
            <p:cNvPr id="186" name="Rectangle à coins arrondis 185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87" name="Connecteur droit 186"/>
            <p:cNvCxnSpPr>
              <a:stCxn id="186" idx="0"/>
              <a:endCxn id="186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8" name="Image 18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643" y="2030756"/>
            <a:ext cx="231432" cy="247132"/>
          </a:xfrm>
          <a:prstGeom prst="rect">
            <a:avLst/>
          </a:prstGeom>
        </p:spPr>
      </p:pic>
      <p:pic>
        <p:nvPicPr>
          <p:cNvPr id="189" name="Image 18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932" y="2500067"/>
            <a:ext cx="231432" cy="247132"/>
          </a:xfrm>
          <a:prstGeom prst="rect">
            <a:avLst/>
          </a:prstGeom>
        </p:spPr>
      </p:pic>
      <p:pic>
        <p:nvPicPr>
          <p:cNvPr id="190" name="Image 18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8778" y="2513338"/>
            <a:ext cx="231432" cy="247132"/>
          </a:xfrm>
          <a:prstGeom prst="rect">
            <a:avLst/>
          </a:prstGeom>
        </p:spPr>
      </p:pic>
      <p:pic>
        <p:nvPicPr>
          <p:cNvPr id="191" name="Image 19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012" y="2049296"/>
            <a:ext cx="231432" cy="247132"/>
          </a:xfrm>
          <a:prstGeom prst="rect">
            <a:avLst/>
          </a:prstGeom>
        </p:spPr>
      </p:pic>
      <p:pic>
        <p:nvPicPr>
          <p:cNvPr id="192" name="Image 19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517" y="2502288"/>
            <a:ext cx="231432" cy="247132"/>
          </a:xfrm>
          <a:prstGeom prst="rect">
            <a:avLst/>
          </a:prstGeom>
        </p:spPr>
      </p:pic>
      <p:pic>
        <p:nvPicPr>
          <p:cNvPr id="193" name="Image 19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096" y="2051725"/>
            <a:ext cx="231432" cy="247132"/>
          </a:xfrm>
          <a:prstGeom prst="rect">
            <a:avLst/>
          </a:prstGeom>
        </p:spPr>
      </p:pic>
      <p:pic>
        <p:nvPicPr>
          <p:cNvPr id="194" name="Image 19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108" y="2346093"/>
            <a:ext cx="231432" cy="247132"/>
          </a:xfrm>
          <a:prstGeom prst="rect">
            <a:avLst/>
          </a:prstGeom>
        </p:spPr>
      </p:pic>
      <p:pic>
        <p:nvPicPr>
          <p:cNvPr id="195" name="Image 19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826" y="2041500"/>
            <a:ext cx="231432" cy="247132"/>
          </a:xfrm>
          <a:prstGeom prst="rect">
            <a:avLst/>
          </a:prstGeom>
        </p:spPr>
      </p:pic>
      <p:pic>
        <p:nvPicPr>
          <p:cNvPr id="196" name="Image 19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13" y="3774922"/>
            <a:ext cx="231432" cy="247132"/>
          </a:xfrm>
          <a:prstGeom prst="rect">
            <a:avLst/>
          </a:prstGeom>
        </p:spPr>
      </p:pic>
      <p:pic>
        <p:nvPicPr>
          <p:cNvPr id="197" name="Image 19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986" y="2478039"/>
            <a:ext cx="231432" cy="247132"/>
          </a:xfrm>
          <a:prstGeom prst="rect">
            <a:avLst/>
          </a:prstGeom>
        </p:spPr>
      </p:pic>
      <p:pic>
        <p:nvPicPr>
          <p:cNvPr id="198" name="Image 19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409" y="2016045"/>
            <a:ext cx="231432" cy="247132"/>
          </a:xfrm>
          <a:prstGeom prst="rect">
            <a:avLst/>
          </a:prstGeom>
        </p:spPr>
      </p:pic>
      <p:pic>
        <p:nvPicPr>
          <p:cNvPr id="199" name="Image 19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904" y="2462023"/>
            <a:ext cx="231432" cy="247132"/>
          </a:xfrm>
          <a:prstGeom prst="rect">
            <a:avLst/>
          </a:prstGeom>
        </p:spPr>
      </p:pic>
      <p:pic>
        <p:nvPicPr>
          <p:cNvPr id="203" name="Image 20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892" y="3756382"/>
            <a:ext cx="231432" cy="247132"/>
          </a:xfrm>
          <a:prstGeom prst="rect">
            <a:avLst/>
          </a:prstGeom>
        </p:spPr>
      </p:pic>
      <p:pic>
        <p:nvPicPr>
          <p:cNvPr id="204" name="Image 20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181" y="4225693"/>
            <a:ext cx="231432" cy="247132"/>
          </a:xfrm>
          <a:prstGeom prst="rect">
            <a:avLst/>
          </a:prstGeom>
        </p:spPr>
      </p:pic>
      <p:pic>
        <p:nvPicPr>
          <p:cNvPr id="205" name="Image 20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027" y="4238964"/>
            <a:ext cx="231432" cy="247132"/>
          </a:xfrm>
          <a:prstGeom prst="rect">
            <a:avLst/>
          </a:prstGeom>
        </p:spPr>
      </p:pic>
      <p:pic>
        <p:nvPicPr>
          <p:cNvPr id="206" name="Image 20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261" y="3774922"/>
            <a:ext cx="231432" cy="247132"/>
          </a:xfrm>
          <a:prstGeom prst="rect">
            <a:avLst/>
          </a:prstGeom>
        </p:spPr>
      </p:pic>
      <p:pic>
        <p:nvPicPr>
          <p:cNvPr id="207" name="Image 20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66" y="4227914"/>
            <a:ext cx="231432" cy="247132"/>
          </a:xfrm>
          <a:prstGeom prst="rect">
            <a:avLst/>
          </a:prstGeom>
        </p:spPr>
      </p:pic>
      <p:pic>
        <p:nvPicPr>
          <p:cNvPr id="208" name="Image 20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345" y="3777351"/>
            <a:ext cx="231432" cy="247132"/>
          </a:xfrm>
          <a:prstGeom prst="rect">
            <a:avLst/>
          </a:prstGeom>
        </p:spPr>
      </p:pic>
      <p:pic>
        <p:nvPicPr>
          <p:cNvPr id="209" name="Image 20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22" y="4163459"/>
            <a:ext cx="231432" cy="247132"/>
          </a:xfrm>
          <a:prstGeom prst="rect">
            <a:avLst/>
          </a:prstGeom>
        </p:spPr>
      </p:pic>
      <p:pic>
        <p:nvPicPr>
          <p:cNvPr id="210" name="Image 20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69" y="4174454"/>
            <a:ext cx="231432" cy="247132"/>
          </a:xfrm>
          <a:prstGeom prst="rect">
            <a:avLst/>
          </a:prstGeom>
        </p:spPr>
      </p:pic>
      <p:pic>
        <p:nvPicPr>
          <p:cNvPr id="211" name="Image 2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19" y="3803756"/>
            <a:ext cx="231432" cy="247132"/>
          </a:xfrm>
          <a:prstGeom prst="rect">
            <a:avLst/>
          </a:prstGeom>
        </p:spPr>
      </p:pic>
      <p:grpSp>
        <p:nvGrpSpPr>
          <p:cNvPr id="212" name="Groupe 211"/>
          <p:cNvGrpSpPr/>
          <p:nvPr/>
        </p:nvGrpSpPr>
        <p:grpSpPr>
          <a:xfrm>
            <a:off x="3422229" y="3689783"/>
            <a:ext cx="2298357" cy="947351"/>
            <a:chOff x="663332" y="140427"/>
            <a:chExt cx="2298357" cy="947351"/>
          </a:xfrm>
        </p:grpSpPr>
        <p:sp>
          <p:nvSpPr>
            <p:cNvPr id="213" name="Rectangle à coins arrondis 212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14" name="Connecteur droit 213"/>
            <p:cNvCxnSpPr>
              <a:stCxn id="213" idx="0"/>
              <a:endCxn id="213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5" name="Image 2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270" y="3860060"/>
            <a:ext cx="231432" cy="247132"/>
          </a:xfrm>
          <a:prstGeom prst="rect">
            <a:avLst/>
          </a:prstGeom>
        </p:spPr>
      </p:pic>
      <p:pic>
        <p:nvPicPr>
          <p:cNvPr id="216" name="Image 2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949" y="3841520"/>
            <a:ext cx="231432" cy="247132"/>
          </a:xfrm>
          <a:prstGeom prst="rect">
            <a:avLst/>
          </a:prstGeom>
        </p:spPr>
      </p:pic>
      <p:pic>
        <p:nvPicPr>
          <p:cNvPr id="217" name="Image 2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238" y="4310831"/>
            <a:ext cx="231432" cy="247132"/>
          </a:xfrm>
          <a:prstGeom prst="rect">
            <a:avLst/>
          </a:prstGeom>
        </p:spPr>
      </p:pic>
      <p:pic>
        <p:nvPicPr>
          <p:cNvPr id="218" name="Image 2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084" y="4324102"/>
            <a:ext cx="231432" cy="247132"/>
          </a:xfrm>
          <a:prstGeom prst="rect">
            <a:avLst/>
          </a:prstGeom>
        </p:spPr>
      </p:pic>
      <p:pic>
        <p:nvPicPr>
          <p:cNvPr id="219" name="Image 2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318" y="3860060"/>
            <a:ext cx="231432" cy="247132"/>
          </a:xfrm>
          <a:prstGeom prst="rect">
            <a:avLst/>
          </a:prstGeom>
        </p:spPr>
      </p:pic>
      <p:pic>
        <p:nvPicPr>
          <p:cNvPr id="220" name="Image 2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23" y="4313052"/>
            <a:ext cx="231432" cy="247132"/>
          </a:xfrm>
          <a:prstGeom prst="rect">
            <a:avLst/>
          </a:prstGeom>
        </p:spPr>
      </p:pic>
      <p:pic>
        <p:nvPicPr>
          <p:cNvPr id="221" name="Image 2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402" y="3862489"/>
            <a:ext cx="231432" cy="247132"/>
          </a:xfrm>
          <a:prstGeom prst="rect">
            <a:avLst/>
          </a:prstGeom>
        </p:spPr>
      </p:pic>
      <p:pic>
        <p:nvPicPr>
          <p:cNvPr id="222" name="Image 2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879" y="4248597"/>
            <a:ext cx="231432" cy="247132"/>
          </a:xfrm>
          <a:prstGeom prst="rect">
            <a:avLst/>
          </a:prstGeom>
        </p:spPr>
      </p:pic>
      <p:pic>
        <p:nvPicPr>
          <p:cNvPr id="223" name="Image 2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926" y="4259592"/>
            <a:ext cx="231432" cy="247132"/>
          </a:xfrm>
          <a:prstGeom prst="rect">
            <a:avLst/>
          </a:prstGeom>
        </p:spPr>
      </p:pic>
      <p:pic>
        <p:nvPicPr>
          <p:cNvPr id="224" name="Image 2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76" y="3862768"/>
            <a:ext cx="231432" cy="247132"/>
          </a:xfrm>
          <a:prstGeom prst="rect">
            <a:avLst/>
          </a:prstGeom>
        </p:spPr>
      </p:pic>
      <p:pic>
        <p:nvPicPr>
          <p:cNvPr id="225" name="Image 2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93" y="4051955"/>
            <a:ext cx="231432" cy="247132"/>
          </a:xfrm>
          <a:prstGeom prst="rect">
            <a:avLst/>
          </a:prstGeom>
        </p:spPr>
      </p:pic>
      <p:grpSp>
        <p:nvGrpSpPr>
          <p:cNvPr id="226" name="Groupe 225"/>
          <p:cNvGrpSpPr/>
          <p:nvPr/>
        </p:nvGrpSpPr>
        <p:grpSpPr>
          <a:xfrm>
            <a:off x="6603800" y="3752017"/>
            <a:ext cx="2298357" cy="947351"/>
            <a:chOff x="663332" y="140427"/>
            <a:chExt cx="2298357" cy="947351"/>
          </a:xfrm>
        </p:grpSpPr>
        <p:sp>
          <p:nvSpPr>
            <p:cNvPr id="227" name="Rectangle à coins arrondis 226"/>
            <p:cNvSpPr/>
            <p:nvPr/>
          </p:nvSpPr>
          <p:spPr>
            <a:xfrm>
              <a:off x="663332" y="140427"/>
              <a:ext cx="2298357" cy="9473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28" name="Connecteur droit 227"/>
            <p:cNvCxnSpPr>
              <a:stCxn id="227" idx="0"/>
              <a:endCxn id="227" idx="2"/>
            </p:cNvCxnSpPr>
            <p:nvPr/>
          </p:nvCxnSpPr>
          <p:spPr>
            <a:xfrm>
              <a:off x="1812511" y="140427"/>
              <a:ext cx="0" cy="94735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9" name="Image 2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841" y="3922294"/>
            <a:ext cx="231432" cy="247132"/>
          </a:xfrm>
          <a:prstGeom prst="rect">
            <a:avLst/>
          </a:prstGeom>
        </p:spPr>
      </p:pic>
      <p:pic>
        <p:nvPicPr>
          <p:cNvPr id="230" name="Image 2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520" y="3903754"/>
            <a:ext cx="231432" cy="247132"/>
          </a:xfrm>
          <a:prstGeom prst="rect">
            <a:avLst/>
          </a:prstGeom>
        </p:spPr>
      </p:pic>
      <p:pic>
        <p:nvPicPr>
          <p:cNvPr id="231" name="Image 2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809" y="4373065"/>
            <a:ext cx="231432" cy="247132"/>
          </a:xfrm>
          <a:prstGeom prst="rect">
            <a:avLst/>
          </a:prstGeom>
        </p:spPr>
      </p:pic>
      <p:pic>
        <p:nvPicPr>
          <p:cNvPr id="232" name="Image 2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55" y="4386336"/>
            <a:ext cx="231432" cy="247132"/>
          </a:xfrm>
          <a:prstGeom prst="rect">
            <a:avLst/>
          </a:prstGeom>
        </p:spPr>
      </p:pic>
      <p:pic>
        <p:nvPicPr>
          <p:cNvPr id="233" name="Image 2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889" y="3922294"/>
            <a:ext cx="231432" cy="247132"/>
          </a:xfrm>
          <a:prstGeom prst="rect">
            <a:avLst/>
          </a:prstGeom>
        </p:spPr>
      </p:pic>
      <p:pic>
        <p:nvPicPr>
          <p:cNvPr id="234" name="Image 2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394" y="4375286"/>
            <a:ext cx="231432" cy="247132"/>
          </a:xfrm>
          <a:prstGeom prst="rect">
            <a:avLst/>
          </a:prstGeom>
        </p:spPr>
      </p:pic>
      <p:pic>
        <p:nvPicPr>
          <p:cNvPr id="235" name="Image 2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973" y="3924723"/>
            <a:ext cx="231432" cy="247132"/>
          </a:xfrm>
          <a:prstGeom prst="rect">
            <a:avLst/>
          </a:prstGeom>
        </p:spPr>
      </p:pic>
      <p:pic>
        <p:nvPicPr>
          <p:cNvPr id="236" name="Image 2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450" y="4310831"/>
            <a:ext cx="231432" cy="247132"/>
          </a:xfrm>
          <a:prstGeom prst="rect">
            <a:avLst/>
          </a:prstGeom>
        </p:spPr>
      </p:pic>
      <p:pic>
        <p:nvPicPr>
          <p:cNvPr id="237" name="Image 2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497" y="4321826"/>
            <a:ext cx="231432" cy="247132"/>
          </a:xfrm>
          <a:prstGeom prst="rect">
            <a:avLst/>
          </a:prstGeom>
        </p:spPr>
      </p:pic>
      <p:pic>
        <p:nvPicPr>
          <p:cNvPr id="238" name="Image 2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147" y="3925002"/>
            <a:ext cx="231432" cy="247132"/>
          </a:xfrm>
          <a:prstGeom prst="rect">
            <a:avLst/>
          </a:prstGeom>
        </p:spPr>
      </p:pic>
      <p:pic>
        <p:nvPicPr>
          <p:cNvPr id="239" name="Image 2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534" y="4336404"/>
            <a:ext cx="231432" cy="247132"/>
          </a:xfrm>
          <a:prstGeom prst="rect">
            <a:avLst/>
          </a:prstGeom>
        </p:spPr>
      </p:pic>
      <p:pic>
        <p:nvPicPr>
          <p:cNvPr id="240" name="Image 2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31" y="3925987"/>
            <a:ext cx="231432" cy="2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859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0</Words>
  <Application>Microsoft Office PowerPoint</Application>
  <PresentationFormat>Grand écran</PresentationFormat>
  <Paragraphs>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comite basket 28</dc:creator>
  <cp:lastModifiedBy>comite basket 28</cp:lastModifiedBy>
  <cp:revision>23</cp:revision>
  <cp:lastPrinted>2020-02-25T11:46:20Z</cp:lastPrinted>
  <dcterms:created xsi:type="dcterms:W3CDTF">2020-02-12T13:42:04Z</dcterms:created>
  <dcterms:modified xsi:type="dcterms:W3CDTF">2020-02-25T12:01:08Z</dcterms:modified>
</cp:coreProperties>
</file>